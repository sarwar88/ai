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2"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7" r:id="rId17"/>
    <p:sldId id="278" r:id="rId18"/>
    <p:sldId id="282" r:id="rId19"/>
    <p:sldId id="280" r:id="rId20"/>
    <p:sldId id="281" r:id="rId21"/>
    <p:sldId id="279" r:id="rId22"/>
    <p:sldId id="283" r:id="rId23"/>
    <p:sldId id="284" r:id="rId24"/>
    <p:sldId id="285" r:id="rId25"/>
    <p:sldId id="271" r:id="rId26"/>
    <p:sldId id="272" r:id="rId27"/>
    <p:sldId id="273" r:id="rId28"/>
    <p:sldId id="275" r:id="rId29"/>
    <p:sldId id="274" r:id="rId30"/>
    <p:sldId id="276"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107" d="100"/>
          <a:sy n="107" d="100"/>
        </p:scale>
        <p:origin x="696" y="114"/>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FF3D144-58A8-48FB-99F6-07E67DCC8F5C}" type="doc">
      <dgm:prSet loTypeId="urn:microsoft.com/office/officeart/2005/8/layout/hProcess9" loCatId="process" qsTypeId="urn:microsoft.com/office/officeart/2005/8/quickstyle/simple1" qsCatId="simple" csTypeId="urn:microsoft.com/office/officeart/2005/8/colors/accent1_2" csCatId="accent1" phldr="1"/>
      <dgm:spPr/>
    </dgm:pt>
    <dgm:pt modelId="{7BF82D0F-B239-4AD5-880A-93F128088D00}">
      <dgm:prSet phldrT="[Text]"/>
      <dgm:spPr/>
      <dgm:t>
        <a:bodyPr/>
        <a:lstStyle/>
        <a:p>
          <a:r>
            <a:rPr lang="en-US" dirty="0"/>
            <a:t>Simple Task</a:t>
          </a:r>
        </a:p>
      </dgm:t>
    </dgm:pt>
    <dgm:pt modelId="{9EE664A2-A4FF-43F9-9817-6125EACA2473}" type="parTrans" cxnId="{25E49BAD-CCCF-4528-AC60-AC6F674759DE}">
      <dgm:prSet/>
      <dgm:spPr/>
      <dgm:t>
        <a:bodyPr/>
        <a:lstStyle/>
        <a:p>
          <a:endParaRPr lang="en-US"/>
        </a:p>
      </dgm:t>
    </dgm:pt>
    <dgm:pt modelId="{7256DA95-D9C9-4955-87D3-2E7B7EAF2BC2}" type="sibTrans" cxnId="{25E49BAD-CCCF-4528-AC60-AC6F674759DE}">
      <dgm:prSet/>
      <dgm:spPr/>
      <dgm:t>
        <a:bodyPr/>
        <a:lstStyle/>
        <a:p>
          <a:endParaRPr lang="en-US"/>
        </a:p>
      </dgm:t>
    </dgm:pt>
    <dgm:pt modelId="{7F1B01C8-E1BB-4159-89AD-6E2A3CCB2572}">
      <dgm:prSet phldrT="[Text]"/>
      <dgm:spPr/>
      <dgm:t>
        <a:bodyPr/>
        <a:lstStyle/>
        <a:p>
          <a:r>
            <a:rPr lang="en-US" dirty="0"/>
            <a:t>Single Agent</a:t>
          </a:r>
        </a:p>
      </dgm:t>
    </dgm:pt>
    <dgm:pt modelId="{564D2F7C-E843-4B69-8A65-3E48593A1497}" type="parTrans" cxnId="{9915EC18-5DF1-40F1-9F54-3B69BBC97A28}">
      <dgm:prSet/>
      <dgm:spPr/>
      <dgm:t>
        <a:bodyPr/>
        <a:lstStyle/>
        <a:p>
          <a:endParaRPr lang="en-US"/>
        </a:p>
      </dgm:t>
    </dgm:pt>
    <dgm:pt modelId="{02A96303-CE2F-4A4E-B9FC-02F3214CE669}" type="sibTrans" cxnId="{9915EC18-5DF1-40F1-9F54-3B69BBC97A28}">
      <dgm:prSet/>
      <dgm:spPr/>
      <dgm:t>
        <a:bodyPr/>
        <a:lstStyle/>
        <a:p>
          <a:endParaRPr lang="en-US"/>
        </a:p>
      </dgm:t>
    </dgm:pt>
    <dgm:pt modelId="{ADA0347A-9CA0-4985-B147-E9519A7712F1}" type="pres">
      <dgm:prSet presAssocID="{7FF3D144-58A8-48FB-99F6-07E67DCC8F5C}" presName="CompostProcess" presStyleCnt="0">
        <dgm:presLayoutVars>
          <dgm:dir/>
          <dgm:resizeHandles val="exact"/>
        </dgm:presLayoutVars>
      </dgm:prSet>
      <dgm:spPr/>
    </dgm:pt>
    <dgm:pt modelId="{77C436B2-21B6-42F1-885B-E84276DCEF1E}" type="pres">
      <dgm:prSet presAssocID="{7FF3D144-58A8-48FB-99F6-07E67DCC8F5C}" presName="arrow" presStyleLbl="bgShp" presStyleIdx="0" presStyleCnt="1"/>
      <dgm:spPr/>
    </dgm:pt>
    <dgm:pt modelId="{8D3E152B-484C-4277-82A3-28132D953758}" type="pres">
      <dgm:prSet presAssocID="{7FF3D144-58A8-48FB-99F6-07E67DCC8F5C}" presName="linearProcess" presStyleCnt="0"/>
      <dgm:spPr/>
    </dgm:pt>
    <dgm:pt modelId="{0AB73D0C-4F49-4E44-BD7E-B86049F4E234}" type="pres">
      <dgm:prSet presAssocID="{7BF82D0F-B239-4AD5-880A-93F128088D00}" presName="textNode" presStyleLbl="node1" presStyleIdx="0" presStyleCnt="2">
        <dgm:presLayoutVars>
          <dgm:bulletEnabled val="1"/>
        </dgm:presLayoutVars>
      </dgm:prSet>
      <dgm:spPr/>
    </dgm:pt>
    <dgm:pt modelId="{2511CFF9-F8AC-48E3-9EC6-6268C056FF19}" type="pres">
      <dgm:prSet presAssocID="{7256DA95-D9C9-4955-87D3-2E7B7EAF2BC2}" presName="sibTrans" presStyleCnt="0"/>
      <dgm:spPr/>
    </dgm:pt>
    <dgm:pt modelId="{478BF958-5C2D-42E6-8A22-70FFA022BFD8}" type="pres">
      <dgm:prSet presAssocID="{7F1B01C8-E1BB-4159-89AD-6E2A3CCB2572}" presName="textNode" presStyleLbl="node1" presStyleIdx="1" presStyleCnt="2">
        <dgm:presLayoutVars>
          <dgm:bulletEnabled val="1"/>
        </dgm:presLayoutVars>
      </dgm:prSet>
      <dgm:spPr/>
    </dgm:pt>
  </dgm:ptLst>
  <dgm:cxnLst>
    <dgm:cxn modelId="{9915EC18-5DF1-40F1-9F54-3B69BBC97A28}" srcId="{7FF3D144-58A8-48FB-99F6-07E67DCC8F5C}" destId="{7F1B01C8-E1BB-4159-89AD-6E2A3CCB2572}" srcOrd="1" destOrd="0" parTransId="{564D2F7C-E843-4B69-8A65-3E48593A1497}" sibTransId="{02A96303-CE2F-4A4E-B9FC-02F3214CE669}"/>
    <dgm:cxn modelId="{25E49BAD-CCCF-4528-AC60-AC6F674759DE}" srcId="{7FF3D144-58A8-48FB-99F6-07E67DCC8F5C}" destId="{7BF82D0F-B239-4AD5-880A-93F128088D00}" srcOrd="0" destOrd="0" parTransId="{9EE664A2-A4FF-43F9-9817-6125EACA2473}" sibTransId="{7256DA95-D9C9-4955-87D3-2E7B7EAF2BC2}"/>
    <dgm:cxn modelId="{C02B20BE-EA31-4A9C-96CA-22A045CB0A23}" type="presOf" srcId="{7BF82D0F-B239-4AD5-880A-93F128088D00}" destId="{0AB73D0C-4F49-4E44-BD7E-B86049F4E234}" srcOrd="0" destOrd="0" presId="urn:microsoft.com/office/officeart/2005/8/layout/hProcess9"/>
    <dgm:cxn modelId="{365A7EC2-9E0F-46EC-831A-018A2D974D09}" type="presOf" srcId="{7FF3D144-58A8-48FB-99F6-07E67DCC8F5C}" destId="{ADA0347A-9CA0-4985-B147-E9519A7712F1}" srcOrd="0" destOrd="0" presId="urn:microsoft.com/office/officeart/2005/8/layout/hProcess9"/>
    <dgm:cxn modelId="{AB29F4D8-7A6E-4312-AF6F-58950E9FE39D}" type="presOf" srcId="{7F1B01C8-E1BB-4159-89AD-6E2A3CCB2572}" destId="{478BF958-5C2D-42E6-8A22-70FFA022BFD8}" srcOrd="0" destOrd="0" presId="urn:microsoft.com/office/officeart/2005/8/layout/hProcess9"/>
    <dgm:cxn modelId="{1E713834-DDC6-408E-BE19-676CFFD0950B}" type="presParOf" srcId="{ADA0347A-9CA0-4985-B147-E9519A7712F1}" destId="{77C436B2-21B6-42F1-885B-E84276DCEF1E}" srcOrd="0" destOrd="0" presId="urn:microsoft.com/office/officeart/2005/8/layout/hProcess9"/>
    <dgm:cxn modelId="{563AE040-3EEC-4B5D-8BA5-054BC2D921CF}" type="presParOf" srcId="{ADA0347A-9CA0-4985-B147-E9519A7712F1}" destId="{8D3E152B-484C-4277-82A3-28132D953758}" srcOrd="1" destOrd="0" presId="urn:microsoft.com/office/officeart/2005/8/layout/hProcess9"/>
    <dgm:cxn modelId="{AE157E90-E9FB-42B4-98E2-37F3B51E2F6B}" type="presParOf" srcId="{8D3E152B-484C-4277-82A3-28132D953758}" destId="{0AB73D0C-4F49-4E44-BD7E-B86049F4E234}" srcOrd="0" destOrd="0" presId="urn:microsoft.com/office/officeart/2005/8/layout/hProcess9"/>
    <dgm:cxn modelId="{686030A9-76D2-4641-B4A2-C8A4AFA68B60}" type="presParOf" srcId="{8D3E152B-484C-4277-82A3-28132D953758}" destId="{2511CFF9-F8AC-48E3-9EC6-6268C056FF19}" srcOrd="1" destOrd="0" presId="urn:microsoft.com/office/officeart/2005/8/layout/hProcess9"/>
    <dgm:cxn modelId="{A53EFC89-5AD0-4D5D-A9BF-9BE75C86401E}" type="presParOf" srcId="{8D3E152B-484C-4277-82A3-28132D953758}" destId="{478BF958-5C2D-42E6-8A22-70FFA022BFD8}" srcOrd="2"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FF3D144-58A8-48FB-99F6-07E67DCC8F5C}" type="doc">
      <dgm:prSet loTypeId="urn:microsoft.com/office/officeart/2005/8/layout/hProcess9" loCatId="process" qsTypeId="urn:microsoft.com/office/officeart/2005/8/quickstyle/simple1" qsCatId="simple" csTypeId="urn:microsoft.com/office/officeart/2005/8/colors/accent1_2" csCatId="accent1" phldr="1"/>
      <dgm:spPr/>
    </dgm:pt>
    <dgm:pt modelId="{7BF82D0F-B239-4AD5-880A-93F128088D00}">
      <dgm:prSet phldrT="[Text]"/>
      <dgm:spPr/>
      <dgm:t>
        <a:bodyPr/>
        <a:lstStyle/>
        <a:p>
          <a:r>
            <a:rPr lang="en-US" dirty="0"/>
            <a:t>Complex Task</a:t>
          </a:r>
        </a:p>
      </dgm:t>
    </dgm:pt>
    <dgm:pt modelId="{9EE664A2-A4FF-43F9-9817-6125EACA2473}" type="parTrans" cxnId="{25E49BAD-CCCF-4528-AC60-AC6F674759DE}">
      <dgm:prSet/>
      <dgm:spPr/>
      <dgm:t>
        <a:bodyPr/>
        <a:lstStyle/>
        <a:p>
          <a:endParaRPr lang="en-US"/>
        </a:p>
      </dgm:t>
    </dgm:pt>
    <dgm:pt modelId="{7256DA95-D9C9-4955-87D3-2E7B7EAF2BC2}" type="sibTrans" cxnId="{25E49BAD-CCCF-4528-AC60-AC6F674759DE}">
      <dgm:prSet/>
      <dgm:spPr/>
      <dgm:t>
        <a:bodyPr/>
        <a:lstStyle/>
        <a:p>
          <a:endParaRPr lang="en-US"/>
        </a:p>
      </dgm:t>
    </dgm:pt>
    <dgm:pt modelId="{7F1B01C8-E1BB-4159-89AD-6E2A3CCB2572}">
      <dgm:prSet phldrT="[Text]"/>
      <dgm:spPr/>
      <dgm:t>
        <a:bodyPr/>
        <a:lstStyle/>
        <a:p>
          <a:r>
            <a:rPr lang="en-US" dirty="0"/>
            <a:t>Multiple Agents</a:t>
          </a:r>
        </a:p>
      </dgm:t>
    </dgm:pt>
    <dgm:pt modelId="{564D2F7C-E843-4B69-8A65-3E48593A1497}" type="parTrans" cxnId="{9915EC18-5DF1-40F1-9F54-3B69BBC97A28}">
      <dgm:prSet/>
      <dgm:spPr/>
      <dgm:t>
        <a:bodyPr/>
        <a:lstStyle/>
        <a:p>
          <a:endParaRPr lang="en-US"/>
        </a:p>
      </dgm:t>
    </dgm:pt>
    <dgm:pt modelId="{02A96303-CE2F-4A4E-B9FC-02F3214CE669}" type="sibTrans" cxnId="{9915EC18-5DF1-40F1-9F54-3B69BBC97A28}">
      <dgm:prSet/>
      <dgm:spPr/>
      <dgm:t>
        <a:bodyPr/>
        <a:lstStyle/>
        <a:p>
          <a:endParaRPr lang="en-US"/>
        </a:p>
      </dgm:t>
    </dgm:pt>
    <dgm:pt modelId="{ADA0347A-9CA0-4985-B147-E9519A7712F1}" type="pres">
      <dgm:prSet presAssocID="{7FF3D144-58A8-48FB-99F6-07E67DCC8F5C}" presName="CompostProcess" presStyleCnt="0">
        <dgm:presLayoutVars>
          <dgm:dir/>
          <dgm:resizeHandles val="exact"/>
        </dgm:presLayoutVars>
      </dgm:prSet>
      <dgm:spPr/>
    </dgm:pt>
    <dgm:pt modelId="{77C436B2-21B6-42F1-885B-E84276DCEF1E}" type="pres">
      <dgm:prSet presAssocID="{7FF3D144-58A8-48FB-99F6-07E67DCC8F5C}" presName="arrow" presStyleLbl="bgShp" presStyleIdx="0" presStyleCnt="1"/>
      <dgm:spPr/>
    </dgm:pt>
    <dgm:pt modelId="{8D3E152B-484C-4277-82A3-28132D953758}" type="pres">
      <dgm:prSet presAssocID="{7FF3D144-58A8-48FB-99F6-07E67DCC8F5C}" presName="linearProcess" presStyleCnt="0"/>
      <dgm:spPr/>
    </dgm:pt>
    <dgm:pt modelId="{0AB73D0C-4F49-4E44-BD7E-B86049F4E234}" type="pres">
      <dgm:prSet presAssocID="{7BF82D0F-B239-4AD5-880A-93F128088D00}" presName="textNode" presStyleLbl="node1" presStyleIdx="0" presStyleCnt="2">
        <dgm:presLayoutVars>
          <dgm:bulletEnabled val="1"/>
        </dgm:presLayoutVars>
      </dgm:prSet>
      <dgm:spPr/>
    </dgm:pt>
    <dgm:pt modelId="{2511CFF9-F8AC-48E3-9EC6-6268C056FF19}" type="pres">
      <dgm:prSet presAssocID="{7256DA95-D9C9-4955-87D3-2E7B7EAF2BC2}" presName="sibTrans" presStyleCnt="0"/>
      <dgm:spPr/>
    </dgm:pt>
    <dgm:pt modelId="{478BF958-5C2D-42E6-8A22-70FFA022BFD8}" type="pres">
      <dgm:prSet presAssocID="{7F1B01C8-E1BB-4159-89AD-6E2A3CCB2572}" presName="textNode" presStyleLbl="node1" presStyleIdx="1" presStyleCnt="2">
        <dgm:presLayoutVars>
          <dgm:bulletEnabled val="1"/>
        </dgm:presLayoutVars>
      </dgm:prSet>
      <dgm:spPr/>
    </dgm:pt>
  </dgm:ptLst>
  <dgm:cxnLst>
    <dgm:cxn modelId="{9915EC18-5DF1-40F1-9F54-3B69BBC97A28}" srcId="{7FF3D144-58A8-48FB-99F6-07E67DCC8F5C}" destId="{7F1B01C8-E1BB-4159-89AD-6E2A3CCB2572}" srcOrd="1" destOrd="0" parTransId="{564D2F7C-E843-4B69-8A65-3E48593A1497}" sibTransId="{02A96303-CE2F-4A4E-B9FC-02F3214CE669}"/>
    <dgm:cxn modelId="{25E49BAD-CCCF-4528-AC60-AC6F674759DE}" srcId="{7FF3D144-58A8-48FB-99F6-07E67DCC8F5C}" destId="{7BF82D0F-B239-4AD5-880A-93F128088D00}" srcOrd="0" destOrd="0" parTransId="{9EE664A2-A4FF-43F9-9817-6125EACA2473}" sibTransId="{7256DA95-D9C9-4955-87D3-2E7B7EAF2BC2}"/>
    <dgm:cxn modelId="{C02B20BE-EA31-4A9C-96CA-22A045CB0A23}" type="presOf" srcId="{7BF82D0F-B239-4AD5-880A-93F128088D00}" destId="{0AB73D0C-4F49-4E44-BD7E-B86049F4E234}" srcOrd="0" destOrd="0" presId="urn:microsoft.com/office/officeart/2005/8/layout/hProcess9"/>
    <dgm:cxn modelId="{365A7EC2-9E0F-46EC-831A-018A2D974D09}" type="presOf" srcId="{7FF3D144-58A8-48FB-99F6-07E67DCC8F5C}" destId="{ADA0347A-9CA0-4985-B147-E9519A7712F1}" srcOrd="0" destOrd="0" presId="urn:microsoft.com/office/officeart/2005/8/layout/hProcess9"/>
    <dgm:cxn modelId="{AB29F4D8-7A6E-4312-AF6F-58950E9FE39D}" type="presOf" srcId="{7F1B01C8-E1BB-4159-89AD-6E2A3CCB2572}" destId="{478BF958-5C2D-42E6-8A22-70FFA022BFD8}" srcOrd="0" destOrd="0" presId="urn:microsoft.com/office/officeart/2005/8/layout/hProcess9"/>
    <dgm:cxn modelId="{1E713834-DDC6-408E-BE19-676CFFD0950B}" type="presParOf" srcId="{ADA0347A-9CA0-4985-B147-E9519A7712F1}" destId="{77C436B2-21B6-42F1-885B-E84276DCEF1E}" srcOrd="0" destOrd="0" presId="urn:microsoft.com/office/officeart/2005/8/layout/hProcess9"/>
    <dgm:cxn modelId="{563AE040-3EEC-4B5D-8BA5-054BC2D921CF}" type="presParOf" srcId="{ADA0347A-9CA0-4985-B147-E9519A7712F1}" destId="{8D3E152B-484C-4277-82A3-28132D953758}" srcOrd="1" destOrd="0" presId="urn:microsoft.com/office/officeart/2005/8/layout/hProcess9"/>
    <dgm:cxn modelId="{AE157E90-E9FB-42B4-98E2-37F3B51E2F6B}" type="presParOf" srcId="{8D3E152B-484C-4277-82A3-28132D953758}" destId="{0AB73D0C-4F49-4E44-BD7E-B86049F4E234}" srcOrd="0" destOrd="0" presId="urn:microsoft.com/office/officeart/2005/8/layout/hProcess9"/>
    <dgm:cxn modelId="{686030A9-76D2-4641-B4A2-C8A4AFA68B60}" type="presParOf" srcId="{8D3E152B-484C-4277-82A3-28132D953758}" destId="{2511CFF9-F8AC-48E3-9EC6-6268C056FF19}" srcOrd="1" destOrd="0" presId="urn:microsoft.com/office/officeart/2005/8/layout/hProcess9"/>
    <dgm:cxn modelId="{A53EFC89-5AD0-4D5D-A9BF-9BE75C86401E}" type="presParOf" srcId="{8D3E152B-484C-4277-82A3-28132D953758}" destId="{478BF958-5C2D-42E6-8A22-70FFA022BFD8}" srcOrd="2" destOrd="0" presId="urn:microsoft.com/office/officeart/2005/8/layout/hProcess9"/>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988AC3B-8D28-4EA2-AE8E-AE576DBE8DDC}" type="doc">
      <dgm:prSet loTypeId="urn:microsoft.com/office/officeart/2005/8/layout/pyramid2" loCatId="pyramid" qsTypeId="urn:microsoft.com/office/officeart/2005/8/quickstyle/3d2" qsCatId="3D" csTypeId="urn:microsoft.com/office/officeart/2005/8/colors/accent1_2" csCatId="accent1" phldr="1"/>
      <dgm:spPr/>
      <dgm:t>
        <a:bodyPr/>
        <a:lstStyle/>
        <a:p>
          <a:endParaRPr lang="en-US"/>
        </a:p>
      </dgm:t>
    </dgm:pt>
    <dgm:pt modelId="{A16A4A89-E1A5-4AB3-AD6B-FAF6D305E1FD}">
      <dgm:prSet/>
      <dgm:spPr>
        <a:solidFill>
          <a:srgbClr val="0070C0">
            <a:alpha val="90000"/>
          </a:srgbClr>
        </a:solidFill>
      </dgm:spPr>
      <dgm:t>
        <a:bodyPr/>
        <a:lstStyle/>
        <a:p>
          <a:r>
            <a:rPr lang="en-US" b="1" dirty="0"/>
            <a:t>Accuracy</a:t>
          </a:r>
          <a:r>
            <a:rPr lang="en-US" dirty="0"/>
            <a:t>: Routes queries to the most relevant agent, ensuring precise and contextually appropriate responses.</a:t>
          </a:r>
        </a:p>
      </dgm:t>
    </dgm:pt>
    <dgm:pt modelId="{49978C9A-659C-4C04-A1BE-BD834CB305BD}" type="parTrans" cxnId="{7CC97FBC-FBE4-49FC-9DB9-CFE4C4DC7521}">
      <dgm:prSet/>
      <dgm:spPr/>
      <dgm:t>
        <a:bodyPr/>
        <a:lstStyle/>
        <a:p>
          <a:endParaRPr lang="en-US"/>
        </a:p>
      </dgm:t>
    </dgm:pt>
    <dgm:pt modelId="{9C6A272B-9FAB-4525-ABF3-DE290A0F21A4}" type="sibTrans" cxnId="{7CC97FBC-FBE4-49FC-9DB9-CFE4C4DC7521}">
      <dgm:prSet/>
      <dgm:spPr/>
      <dgm:t>
        <a:bodyPr/>
        <a:lstStyle/>
        <a:p>
          <a:endParaRPr lang="en-US"/>
        </a:p>
      </dgm:t>
    </dgm:pt>
    <dgm:pt modelId="{2C2A6214-E605-40B9-ABD5-D78EB1F8B877}">
      <dgm:prSet/>
      <dgm:spPr>
        <a:solidFill>
          <a:srgbClr val="FFC000">
            <a:alpha val="90000"/>
          </a:srgbClr>
        </a:solidFill>
      </dgm:spPr>
      <dgm:t>
        <a:bodyPr/>
        <a:lstStyle/>
        <a:p>
          <a:pPr>
            <a:buNone/>
          </a:pPr>
          <a:r>
            <a:rPr lang="en-US" b="1" dirty="0"/>
            <a:t>Efficiency</a:t>
          </a:r>
          <a:r>
            <a:rPr lang="en-US" dirty="0"/>
            <a:t>: Reduces processing time by leveraging the expertise of specialized agents.</a:t>
          </a:r>
        </a:p>
      </dgm:t>
    </dgm:pt>
    <dgm:pt modelId="{7E0061C3-73A4-4A3E-B191-828ECADB357D}" type="parTrans" cxnId="{4B8C21BD-3539-450C-8E5E-F81FB0DF9829}">
      <dgm:prSet/>
      <dgm:spPr/>
      <dgm:t>
        <a:bodyPr/>
        <a:lstStyle/>
        <a:p>
          <a:endParaRPr lang="en-US"/>
        </a:p>
      </dgm:t>
    </dgm:pt>
    <dgm:pt modelId="{F05F24DC-68EA-4447-A51F-2169B419A809}" type="sibTrans" cxnId="{4B8C21BD-3539-450C-8E5E-F81FB0DF9829}">
      <dgm:prSet/>
      <dgm:spPr/>
      <dgm:t>
        <a:bodyPr/>
        <a:lstStyle/>
        <a:p>
          <a:endParaRPr lang="en-US"/>
        </a:p>
      </dgm:t>
    </dgm:pt>
    <dgm:pt modelId="{6FAD2652-13E1-4A06-BFB0-E3EB16598EF8}">
      <dgm:prSet/>
      <dgm:spPr>
        <a:solidFill>
          <a:srgbClr val="92D050">
            <a:alpha val="90000"/>
          </a:srgbClr>
        </a:solidFill>
      </dgm:spPr>
      <dgm:t>
        <a:bodyPr/>
        <a:lstStyle/>
        <a:p>
          <a:r>
            <a:rPr lang="en-US" b="1" dirty="0"/>
            <a:t>Scalability</a:t>
          </a:r>
          <a:r>
            <a:rPr lang="en-US" dirty="0"/>
            <a:t>: Enables the system to handle diverse and growing query volumes without overwhelming individual agents, delivering optimal responses even as the number of agents increases.</a:t>
          </a:r>
        </a:p>
      </dgm:t>
    </dgm:pt>
    <dgm:pt modelId="{1E54AB7C-977E-4509-A1B4-5BAA49934CA7}" type="parTrans" cxnId="{28243ADC-2B67-4080-AAA6-0C9BB4A29C4F}">
      <dgm:prSet/>
      <dgm:spPr/>
      <dgm:t>
        <a:bodyPr/>
        <a:lstStyle/>
        <a:p>
          <a:endParaRPr lang="en-US"/>
        </a:p>
      </dgm:t>
    </dgm:pt>
    <dgm:pt modelId="{E38BFE4C-9E6A-4478-A0A5-2546F9C6FE1D}" type="sibTrans" cxnId="{28243ADC-2B67-4080-AAA6-0C9BB4A29C4F}">
      <dgm:prSet/>
      <dgm:spPr/>
      <dgm:t>
        <a:bodyPr/>
        <a:lstStyle/>
        <a:p>
          <a:endParaRPr lang="en-US"/>
        </a:p>
      </dgm:t>
    </dgm:pt>
    <dgm:pt modelId="{4A09B294-EBA5-4F2D-974F-E231E3C90A03}" type="pres">
      <dgm:prSet presAssocID="{E988AC3B-8D28-4EA2-AE8E-AE576DBE8DDC}" presName="compositeShape" presStyleCnt="0">
        <dgm:presLayoutVars>
          <dgm:dir/>
          <dgm:resizeHandles/>
        </dgm:presLayoutVars>
      </dgm:prSet>
      <dgm:spPr/>
    </dgm:pt>
    <dgm:pt modelId="{5C5DAD22-C415-45A4-BFD0-71BC13198839}" type="pres">
      <dgm:prSet presAssocID="{E988AC3B-8D28-4EA2-AE8E-AE576DBE8DDC}" presName="pyramid" presStyleLbl="node1" presStyleIdx="0" presStyleCnt="1" custScaleX="156261"/>
      <dgm:spPr>
        <a:solidFill>
          <a:schemeClr val="accent3">
            <a:lumMod val="50000"/>
          </a:schemeClr>
        </a:solidFill>
      </dgm:spPr>
    </dgm:pt>
    <dgm:pt modelId="{C2B9DDF7-3120-4C78-AEA6-5588844F4DBD}" type="pres">
      <dgm:prSet presAssocID="{E988AC3B-8D28-4EA2-AE8E-AE576DBE8DDC}" presName="theList" presStyleCnt="0"/>
      <dgm:spPr/>
    </dgm:pt>
    <dgm:pt modelId="{C25782EF-9E67-41BB-A72F-259E6BEC234D}" type="pres">
      <dgm:prSet presAssocID="{A16A4A89-E1A5-4AB3-AD6B-FAF6D305E1FD}" presName="aNode" presStyleLbl="fgAcc1" presStyleIdx="0" presStyleCnt="3" custScaleX="118776" custScaleY="189447">
        <dgm:presLayoutVars>
          <dgm:bulletEnabled val="1"/>
        </dgm:presLayoutVars>
      </dgm:prSet>
      <dgm:spPr/>
    </dgm:pt>
    <dgm:pt modelId="{DDC77E07-019A-4973-B490-9E453E1687E7}" type="pres">
      <dgm:prSet presAssocID="{A16A4A89-E1A5-4AB3-AD6B-FAF6D305E1FD}" presName="aSpace" presStyleCnt="0"/>
      <dgm:spPr/>
    </dgm:pt>
    <dgm:pt modelId="{8D25B81A-7ECC-4A34-9A82-8E99900F669F}" type="pres">
      <dgm:prSet presAssocID="{2C2A6214-E605-40B9-ABD5-D78EB1F8B877}" presName="aNode" presStyleLbl="fgAcc1" presStyleIdx="1" presStyleCnt="3" custScaleX="121288" custScaleY="143798">
        <dgm:presLayoutVars>
          <dgm:bulletEnabled val="1"/>
        </dgm:presLayoutVars>
      </dgm:prSet>
      <dgm:spPr/>
    </dgm:pt>
    <dgm:pt modelId="{4B9038EB-F24B-47F3-9497-2D5D142B3EAB}" type="pres">
      <dgm:prSet presAssocID="{2C2A6214-E605-40B9-ABD5-D78EB1F8B877}" presName="aSpace" presStyleCnt="0"/>
      <dgm:spPr/>
    </dgm:pt>
    <dgm:pt modelId="{BF5F075E-BE8C-4984-B86B-68ECC7921601}" type="pres">
      <dgm:prSet presAssocID="{6FAD2652-13E1-4A06-BFB0-E3EB16598EF8}" presName="aNode" presStyleLbl="fgAcc1" presStyleIdx="2" presStyleCnt="3" custScaleX="117102" custScaleY="157087">
        <dgm:presLayoutVars>
          <dgm:bulletEnabled val="1"/>
        </dgm:presLayoutVars>
      </dgm:prSet>
      <dgm:spPr/>
    </dgm:pt>
    <dgm:pt modelId="{3DE73B96-79BD-4D9C-8214-51BE6C9E82F4}" type="pres">
      <dgm:prSet presAssocID="{6FAD2652-13E1-4A06-BFB0-E3EB16598EF8}" presName="aSpace" presStyleCnt="0"/>
      <dgm:spPr/>
    </dgm:pt>
  </dgm:ptLst>
  <dgm:cxnLst>
    <dgm:cxn modelId="{4290EB0E-8FAF-46DC-AC69-DE176FF4DC26}" type="presOf" srcId="{E988AC3B-8D28-4EA2-AE8E-AE576DBE8DDC}" destId="{4A09B294-EBA5-4F2D-974F-E231E3C90A03}" srcOrd="0" destOrd="0" presId="urn:microsoft.com/office/officeart/2005/8/layout/pyramid2"/>
    <dgm:cxn modelId="{D2BD8427-16CD-42D6-A945-3A2BEC552742}" type="presOf" srcId="{6FAD2652-13E1-4A06-BFB0-E3EB16598EF8}" destId="{BF5F075E-BE8C-4984-B86B-68ECC7921601}" srcOrd="0" destOrd="0" presId="urn:microsoft.com/office/officeart/2005/8/layout/pyramid2"/>
    <dgm:cxn modelId="{902900A9-34C1-4A3A-8057-A9D97A883126}" type="presOf" srcId="{A16A4A89-E1A5-4AB3-AD6B-FAF6D305E1FD}" destId="{C25782EF-9E67-41BB-A72F-259E6BEC234D}" srcOrd="0" destOrd="0" presId="urn:microsoft.com/office/officeart/2005/8/layout/pyramid2"/>
    <dgm:cxn modelId="{7CC97FBC-FBE4-49FC-9DB9-CFE4C4DC7521}" srcId="{E988AC3B-8D28-4EA2-AE8E-AE576DBE8DDC}" destId="{A16A4A89-E1A5-4AB3-AD6B-FAF6D305E1FD}" srcOrd="0" destOrd="0" parTransId="{49978C9A-659C-4C04-A1BE-BD834CB305BD}" sibTransId="{9C6A272B-9FAB-4525-ABF3-DE290A0F21A4}"/>
    <dgm:cxn modelId="{4B8C21BD-3539-450C-8E5E-F81FB0DF9829}" srcId="{E988AC3B-8D28-4EA2-AE8E-AE576DBE8DDC}" destId="{2C2A6214-E605-40B9-ABD5-D78EB1F8B877}" srcOrd="1" destOrd="0" parTransId="{7E0061C3-73A4-4A3E-B191-828ECADB357D}" sibTransId="{F05F24DC-68EA-4447-A51F-2169B419A809}"/>
    <dgm:cxn modelId="{5B4D5BD1-A36E-4FF3-B6D2-582D12F393D5}" type="presOf" srcId="{2C2A6214-E605-40B9-ABD5-D78EB1F8B877}" destId="{8D25B81A-7ECC-4A34-9A82-8E99900F669F}" srcOrd="0" destOrd="0" presId="urn:microsoft.com/office/officeart/2005/8/layout/pyramid2"/>
    <dgm:cxn modelId="{28243ADC-2B67-4080-AAA6-0C9BB4A29C4F}" srcId="{E988AC3B-8D28-4EA2-AE8E-AE576DBE8DDC}" destId="{6FAD2652-13E1-4A06-BFB0-E3EB16598EF8}" srcOrd="2" destOrd="0" parTransId="{1E54AB7C-977E-4509-A1B4-5BAA49934CA7}" sibTransId="{E38BFE4C-9E6A-4478-A0A5-2546F9C6FE1D}"/>
    <dgm:cxn modelId="{4F5B4D6B-ADA3-4834-AF15-524826D50424}" type="presParOf" srcId="{4A09B294-EBA5-4F2D-974F-E231E3C90A03}" destId="{5C5DAD22-C415-45A4-BFD0-71BC13198839}" srcOrd="0" destOrd="0" presId="urn:microsoft.com/office/officeart/2005/8/layout/pyramid2"/>
    <dgm:cxn modelId="{120B6B74-B0D4-456F-9178-79B600A34D05}" type="presParOf" srcId="{4A09B294-EBA5-4F2D-974F-E231E3C90A03}" destId="{C2B9DDF7-3120-4C78-AEA6-5588844F4DBD}" srcOrd="1" destOrd="0" presId="urn:microsoft.com/office/officeart/2005/8/layout/pyramid2"/>
    <dgm:cxn modelId="{CDEE2584-1810-4477-88E4-8EA0FFADB7BC}" type="presParOf" srcId="{C2B9DDF7-3120-4C78-AEA6-5588844F4DBD}" destId="{C25782EF-9E67-41BB-A72F-259E6BEC234D}" srcOrd="0" destOrd="0" presId="urn:microsoft.com/office/officeart/2005/8/layout/pyramid2"/>
    <dgm:cxn modelId="{6755DEBB-4E62-4AE6-A369-259AB5FC42AD}" type="presParOf" srcId="{C2B9DDF7-3120-4C78-AEA6-5588844F4DBD}" destId="{DDC77E07-019A-4973-B490-9E453E1687E7}" srcOrd="1" destOrd="0" presId="urn:microsoft.com/office/officeart/2005/8/layout/pyramid2"/>
    <dgm:cxn modelId="{639D720A-3DD1-490E-A685-B84B5916101E}" type="presParOf" srcId="{C2B9DDF7-3120-4C78-AEA6-5588844F4DBD}" destId="{8D25B81A-7ECC-4A34-9A82-8E99900F669F}" srcOrd="2" destOrd="0" presId="urn:microsoft.com/office/officeart/2005/8/layout/pyramid2"/>
    <dgm:cxn modelId="{53E9288D-B6C9-4D2F-87F6-D49C9622DD70}" type="presParOf" srcId="{C2B9DDF7-3120-4C78-AEA6-5588844F4DBD}" destId="{4B9038EB-F24B-47F3-9497-2D5D142B3EAB}" srcOrd="3" destOrd="0" presId="urn:microsoft.com/office/officeart/2005/8/layout/pyramid2"/>
    <dgm:cxn modelId="{7D84E01B-1915-4BCB-8BAE-74C4145FF8BB}" type="presParOf" srcId="{C2B9DDF7-3120-4C78-AEA6-5588844F4DBD}" destId="{BF5F075E-BE8C-4984-B86B-68ECC7921601}" srcOrd="4" destOrd="0" presId="urn:microsoft.com/office/officeart/2005/8/layout/pyramid2"/>
    <dgm:cxn modelId="{E05FA246-C498-4529-92EC-B914355328D7}" type="presParOf" srcId="{C2B9DDF7-3120-4C78-AEA6-5588844F4DBD}" destId="{3DE73B96-79BD-4D9C-8214-51BE6C9E82F4}" srcOrd="5" destOrd="0" presId="urn:microsoft.com/office/officeart/2005/8/layout/pyramid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30CA034-DDBF-462D-8D23-E83FBBD4C855}"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8D70B131-69EC-423B-BB9A-F1DE03B1E1AD}">
      <dgm:prSet/>
      <dgm:spPr>
        <a:solidFill>
          <a:srgbClr val="7030A0"/>
        </a:solidFill>
      </dgm:spPr>
      <dgm:t>
        <a:bodyPr/>
        <a:lstStyle/>
        <a:p>
          <a:r>
            <a:rPr lang="en-US" b="1" i="0" baseline="0" dirty="0"/>
            <a:t>Single-turn conversations</a:t>
          </a:r>
          <a:endParaRPr lang="en-US" dirty="0"/>
        </a:p>
      </dgm:t>
    </dgm:pt>
    <dgm:pt modelId="{CC71260B-1777-4256-9AA2-48D970B06B34}" type="parTrans" cxnId="{A7D55F3C-BB0A-43DB-A93C-D0BE148A66FB}">
      <dgm:prSet/>
      <dgm:spPr/>
      <dgm:t>
        <a:bodyPr/>
        <a:lstStyle/>
        <a:p>
          <a:endParaRPr lang="en-US"/>
        </a:p>
      </dgm:t>
    </dgm:pt>
    <dgm:pt modelId="{2209697A-A836-4FB0-A176-F3208CE76E5E}" type="sibTrans" cxnId="{A7D55F3C-BB0A-43DB-A93C-D0BE148A66FB}">
      <dgm:prSet/>
      <dgm:spPr/>
      <dgm:t>
        <a:bodyPr/>
        <a:lstStyle/>
        <a:p>
          <a:endParaRPr lang="en-US"/>
        </a:p>
      </dgm:t>
    </dgm:pt>
    <dgm:pt modelId="{057352C8-6009-4DE5-A74E-E8EADFB9747C}">
      <dgm:prSet/>
      <dgm:spPr>
        <a:solidFill>
          <a:srgbClr val="7030A0"/>
        </a:solidFill>
      </dgm:spPr>
      <dgm:t>
        <a:bodyPr/>
        <a:lstStyle/>
        <a:p>
          <a:r>
            <a:rPr lang="en-US" b="0" i="1" baseline="0" dirty="0"/>
            <a:t>Intent recognition</a:t>
          </a:r>
          <a:r>
            <a:rPr lang="en-US" b="0" i="0" baseline="0" dirty="0"/>
            <a:t>: Matches user query with the most relevant agent.</a:t>
          </a:r>
          <a:endParaRPr lang="en-US" dirty="0"/>
        </a:p>
      </dgm:t>
    </dgm:pt>
    <dgm:pt modelId="{517E0048-51CB-4B78-A028-B8DF55780CA6}" type="parTrans" cxnId="{D307AE4D-9910-400B-B4E5-FA4A0DDEC4F5}">
      <dgm:prSet/>
      <dgm:spPr/>
      <dgm:t>
        <a:bodyPr/>
        <a:lstStyle/>
        <a:p>
          <a:endParaRPr lang="en-US"/>
        </a:p>
      </dgm:t>
    </dgm:pt>
    <dgm:pt modelId="{C5B956A8-91C7-471F-9C98-86DAA8E2818F}" type="sibTrans" cxnId="{D307AE4D-9910-400B-B4E5-FA4A0DDEC4F5}">
      <dgm:prSet/>
      <dgm:spPr/>
      <dgm:t>
        <a:bodyPr/>
        <a:lstStyle/>
        <a:p>
          <a:endParaRPr lang="en-US"/>
        </a:p>
      </dgm:t>
    </dgm:pt>
    <dgm:pt modelId="{E0833F87-B88D-43D3-8A58-9446548667A0}">
      <dgm:prSet/>
      <dgm:spPr>
        <a:solidFill>
          <a:srgbClr val="7030A0"/>
        </a:solidFill>
      </dgm:spPr>
      <dgm:t>
        <a:bodyPr/>
        <a:lstStyle/>
        <a:p>
          <a:r>
            <a:rPr lang="en-US" b="0" i="1" baseline="0" dirty="0"/>
            <a:t>Predefined rules</a:t>
          </a:r>
          <a:r>
            <a:rPr lang="en-US" b="0" i="0" baseline="0" dirty="0"/>
            <a:t>: Uses developer-defined routing logic.</a:t>
          </a:r>
          <a:endParaRPr lang="en-US" dirty="0"/>
        </a:p>
      </dgm:t>
    </dgm:pt>
    <dgm:pt modelId="{A87A8263-C3F9-4FB9-8089-2665A7230CD6}" type="parTrans" cxnId="{2A3C215E-F933-41FE-807F-EA34EF50DA04}">
      <dgm:prSet/>
      <dgm:spPr/>
      <dgm:t>
        <a:bodyPr/>
        <a:lstStyle/>
        <a:p>
          <a:endParaRPr lang="en-US"/>
        </a:p>
      </dgm:t>
    </dgm:pt>
    <dgm:pt modelId="{FDCFCBBE-4B0C-4EC9-B976-08CCD6644933}" type="sibTrans" cxnId="{2A3C215E-F933-41FE-807F-EA34EF50DA04}">
      <dgm:prSet/>
      <dgm:spPr/>
      <dgm:t>
        <a:bodyPr/>
        <a:lstStyle/>
        <a:p>
          <a:endParaRPr lang="en-US"/>
        </a:p>
      </dgm:t>
    </dgm:pt>
    <dgm:pt modelId="{EA47E6C0-F33D-4241-9336-CD31C71E7AAD}">
      <dgm:prSet/>
      <dgm:spPr>
        <a:solidFill>
          <a:srgbClr val="0070C0"/>
        </a:solidFill>
      </dgm:spPr>
      <dgm:t>
        <a:bodyPr/>
        <a:lstStyle/>
        <a:p>
          <a:r>
            <a:rPr lang="en-US" b="1" i="0" baseline="0"/>
            <a:t>Multi-turn conversations</a:t>
          </a:r>
          <a:endParaRPr lang="en-US"/>
        </a:p>
      </dgm:t>
    </dgm:pt>
    <dgm:pt modelId="{2E2E5A0B-361D-48D8-BC95-340CC76BA3C1}" type="parTrans" cxnId="{3CFC6909-517C-4FD0-9E1E-DB25352F5737}">
      <dgm:prSet/>
      <dgm:spPr/>
      <dgm:t>
        <a:bodyPr/>
        <a:lstStyle/>
        <a:p>
          <a:endParaRPr lang="en-US"/>
        </a:p>
      </dgm:t>
    </dgm:pt>
    <dgm:pt modelId="{2628C717-56B0-4673-85B1-C2BCAA9BCB15}" type="sibTrans" cxnId="{3CFC6909-517C-4FD0-9E1E-DB25352F5737}">
      <dgm:prSet/>
      <dgm:spPr/>
      <dgm:t>
        <a:bodyPr/>
        <a:lstStyle/>
        <a:p>
          <a:endParaRPr lang="en-US"/>
        </a:p>
      </dgm:t>
    </dgm:pt>
    <dgm:pt modelId="{FAA8FC6D-0587-48B7-ACB1-C212FE4C49DF}">
      <dgm:prSet/>
      <dgm:spPr>
        <a:solidFill>
          <a:srgbClr val="0070C0"/>
        </a:solidFill>
      </dgm:spPr>
      <dgm:t>
        <a:bodyPr/>
        <a:lstStyle/>
        <a:p>
          <a:r>
            <a:rPr lang="en-US" b="0" i="1" baseline="0" dirty="0"/>
            <a:t>Context tracking</a:t>
          </a:r>
          <a:r>
            <a:rPr lang="en-US" b="0" i="0" baseline="0" dirty="0"/>
            <a:t>: Maintains conversation history to infer intent.</a:t>
          </a:r>
          <a:endParaRPr lang="en-US" dirty="0"/>
        </a:p>
      </dgm:t>
    </dgm:pt>
    <dgm:pt modelId="{ED2A04CE-92F0-4427-A1AD-F19A0B63C3DE}" type="parTrans" cxnId="{1CE0D227-7A62-4D82-A52C-964D71AB47B7}">
      <dgm:prSet/>
      <dgm:spPr/>
      <dgm:t>
        <a:bodyPr/>
        <a:lstStyle/>
        <a:p>
          <a:endParaRPr lang="en-US"/>
        </a:p>
      </dgm:t>
    </dgm:pt>
    <dgm:pt modelId="{8A23EFF1-86D8-4E1F-B890-BD0D73710752}" type="sibTrans" cxnId="{1CE0D227-7A62-4D82-A52C-964D71AB47B7}">
      <dgm:prSet/>
      <dgm:spPr/>
      <dgm:t>
        <a:bodyPr/>
        <a:lstStyle/>
        <a:p>
          <a:endParaRPr lang="en-US"/>
        </a:p>
      </dgm:t>
    </dgm:pt>
    <dgm:pt modelId="{6BE946B6-F9F1-4C6E-8F96-100C5E6B5E19}">
      <dgm:prSet/>
      <dgm:spPr>
        <a:solidFill>
          <a:srgbClr val="0070C0"/>
        </a:solidFill>
      </dgm:spPr>
      <dgm:t>
        <a:bodyPr/>
        <a:lstStyle/>
        <a:p>
          <a:r>
            <a:rPr lang="en-US" b="0" i="1" baseline="0" dirty="0"/>
            <a:t>Dynamic switching</a:t>
          </a:r>
          <a:r>
            <a:rPr lang="en-US" b="0" i="0" baseline="0" dirty="0"/>
            <a:t>: Switches agents as topics shift mid-conversation.</a:t>
          </a:r>
          <a:endParaRPr lang="en-US" dirty="0"/>
        </a:p>
      </dgm:t>
    </dgm:pt>
    <dgm:pt modelId="{6D01A42E-7D35-490F-BF32-5120A4D94592}" type="parTrans" cxnId="{391B8874-B5C1-4E3E-A740-003792AE0DDC}">
      <dgm:prSet/>
      <dgm:spPr/>
      <dgm:t>
        <a:bodyPr/>
        <a:lstStyle/>
        <a:p>
          <a:endParaRPr lang="en-US"/>
        </a:p>
      </dgm:t>
    </dgm:pt>
    <dgm:pt modelId="{847533AC-EF37-4CAC-9917-3E7B139F415A}" type="sibTrans" cxnId="{391B8874-B5C1-4E3E-A740-003792AE0DDC}">
      <dgm:prSet/>
      <dgm:spPr/>
      <dgm:t>
        <a:bodyPr/>
        <a:lstStyle/>
        <a:p>
          <a:endParaRPr lang="en-US"/>
        </a:p>
      </dgm:t>
    </dgm:pt>
    <dgm:pt modelId="{31473579-9AE8-450F-8197-1876714DB936}" type="pres">
      <dgm:prSet presAssocID="{930CA034-DDBF-462D-8D23-E83FBBD4C855}" presName="linear" presStyleCnt="0">
        <dgm:presLayoutVars>
          <dgm:dir/>
          <dgm:animLvl val="lvl"/>
          <dgm:resizeHandles val="exact"/>
        </dgm:presLayoutVars>
      </dgm:prSet>
      <dgm:spPr/>
    </dgm:pt>
    <dgm:pt modelId="{68D96891-6A5B-418E-A574-8CEBB8A0AE68}" type="pres">
      <dgm:prSet presAssocID="{8D70B131-69EC-423B-BB9A-F1DE03B1E1AD}" presName="parentLin" presStyleCnt="0"/>
      <dgm:spPr/>
    </dgm:pt>
    <dgm:pt modelId="{E0658087-E902-40DB-8F66-D6A4725AB214}" type="pres">
      <dgm:prSet presAssocID="{8D70B131-69EC-423B-BB9A-F1DE03B1E1AD}" presName="parentLeftMargin" presStyleLbl="node1" presStyleIdx="0" presStyleCnt="6"/>
      <dgm:spPr/>
    </dgm:pt>
    <dgm:pt modelId="{99A45A7B-A4E6-46FD-B4C8-C98EC6FFF286}" type="pres">
      <dgm:prSet presAssocID="{8D70B131-69EC-423B-BB9A-F1DE03B1E1AD}" presName="parentText" presStyleLbl="node1" presStyleIdx="0" presStyleCnt="6">
        <dgm:presLayoutVars>
          <dgm:chMax val="0"/>
          <dgm:bulletEnabled val="1"/>
        </dgm:presLayoutVars>
      </dgm:prSet>
      <dgm:spPr/>
    </dgm:pt>
    <dgm:pt modelId="{FEA65826-9EC8-4D78-9E6C-F02134A06779}" type="pres">
      <dgm:prSet presAssocID="{8D70B131-69EC-423B-BB9A-F1DE03B1E1AD}" presName="negativeSpace" presStyleCnt="0"/>
      <dgm:spPr/>
    </dgm:pt>
    <dgm:pt modelId="{1BE4FBBF-591C-41B9-94E2-3B1B4AD2F854}" type="pres">
      <dgm:prSet presAssocID="{8D70B131-69EC-423B-BB9A-F1DE03B1E1AD}" presName="childText" presStyleLbl="conFgAcc1" presStyleIdx="0" presStyleCnt="6">
        <dgm:presLayoutVars>
          <dgm:bulletEnabled val="1"/>
        </dgm:presLayoutVars>
      </dgm:prSet>
      <dgm:spPr>
        <a:solidFill>
          <a:schemeClr val="accent6">
            <a:lumMod val="50000"/>
            <a:alpha val="90000"/>
          </a:schemeClr>
        </a:solidFill>
      </dgm:spPr>
    </dgm:pt>
    <dgm:pt modelId="{450056D3-3D4A-44DC-AFB3-097951A0C74D}" type="pres">
      <dgm:prSet presAssocID="{2209697A-A836-4FB0-A176-F3208CE76E5E}" presName="spaceBetweenRectangles" presStyleCnt="0"/>
      <dgm:spPr/>
    </dgm:pt>
    <dgm:pt modelId="{0414E691-A9C7-4662-BD08-E85A54647641}" type="pres">
      <dgm:prSet presAssocID="{057352C8-6009-4DE5-A74E-E8EADFB9747C}" presName="parentLin" presStyleCnt="0"/>
      <dgm:spPr/>
    </dgm:pt>
    <dgm:pt modelId="{7C562965-9BB7-453C-8BD5-A92118DAECEF}" type="pres">
      <dgm:prSet presAssocID="{057352C8-6009-4DE5-A74E-E8EADFB9747C}" presName="parentLeftMargin" presStyleLbl="node1" presStyleIdx="0" presStyleCnt="6"/>
      <dgm:spPr/>
    </dgm:pt>
    <dgm:pt modelId="{9BAB483B-E6FB-4991-B738-0BAEDD4B4D32}" type="pres">
      <dgm:prSet presAssocID="{057352C8-6009-4DE5-A74E-E8EADFB9747C}" presName="parentText" presStyleLbl="node1" presStyleIdx="1" presStyleCnt="6">
        <dgm:presLayoutVars>
          <dgm:chMax val="0"/>
          <dgm:bulletEnabled val="1"/>
        </dgm:presLayoutVars>
      </dgm:prSet>
      <dgm:spPr/>
    </dgm:pt>
    <dgm:pt modelId="{8A8D274E-81F3-42AC-B9E6-F884005118DF}" type="pres">
      <dgm:prSet presAssocID="{057352C8-6009-4DE5-A74E-E8EADFB9747C}" presName="negativeSpace" presStyleCnt="0"/>
      <dgm:spPr/>
    </dgm:pt>
    <dgm:pt modelId="{061C8201-FD24-40DD-B5DE-E01D2A8562AE}" type="pres">
      <dgm:prSet presAssocID="{057352C8-6009-4DE5-A74E-E8EADFB9747C}" presName="childText" presStyleLbl="conFgAcc1" presStyleIdx="1" presStyleCnt="6">
        <dgm:presLayoutVars>
          <dgm:bulletEnabled val="1"/>
        </dgm:presLayoutVars>
      </dgm:prSet>
      <dgm:spPr>
        <a:solidFill>
          <a:schemeClr val="accent6">
            <a:lumMod val="50000"/>
            <a:alpha val="90000"/>
          </a:schemeClr>
        </a:solidFill>
      </dgm:spPr>
    </dgm:pt>
    <dgm:pt modelId="{1B318F37-A6E8-4DE6-94CD-66930846AB4D}" type="pres">
      <dgm:prSet presAssocID="{C5B956A8-91C7-471F-9C98-86DAA8E2818F}" presName="spaceBetweenRectangles" presStyleCnt="0"/>
      <dgm:spPr/>
    </dgm:pt>
    <dgm:pt modelId="{776CF0D3-F23E-4F86-B913-52CDDEE59DAA}" type="pres">
      <dgm:prSet presAssocID="{E0833F87-B88D-43D3-8A58-9446548667A0}" presName="parentLin" presStyleCnt="0"/>
      <dgm:spPr/>
    </dgm:pt>
    <dgm:pt modelId="{2C76365C-40E5-479F-88D9-70334741F11B}" type="pres">
      <dgm:prSet presAssocID="{E0833F87-B88D-43D3-8A58-9446548667A0}" presName="parentLeftMargin" presStyleLbl="node1" presStyleIdx="1" presStyleCnt="6"/>
      <dgm:spPr/>
    </dgm:pt>
    <dgm:pt modelId="{26F315D3-2914-4113-866F-46A8E2974B35}" type="pres">
      <dgm:prSet presAssocID="{E0833F87-B88D-43D3-8A58-9446548667A0}" presName="parentText" presStyleLbl="node1" presStyleIdx="2" presStyleCnt="6">
        <dgm:presLayoutVars>
          <dgm:chMax val="0"/>
          <dgm:bulletEnabled val="1"/>
        </dgm:presLayoutVars>
      </dgm:prSet>
      <dgm:spPr/>
    </dgm:pt>
    <dgm:pt modelId="{8F728B20-71C9-4F78-AD45-FE88B5188955}" type="pres">
      <dgm:prSet presAssocID="{E0833F87-B88D-43D3-8A58-9446548667A0}" presName="negativeSpace" presStyleCnt="0"/>
      <dgm:spPr/>
    </dgm:pt>
    <dgm:pt modelId="{7501CAD7-2F56-46E0-A07F-759D75E610BD}" type="pres">
      <dgm:prSet presAssocID="{E0833F87-B88D-43D3-8A58-9446548667A0}" presName="childText" presStyleLbl="conFgAcc1" presStyleIdx="2" presStyleCnt="6">
        <dgm:presLayoutVars>
          <dgm:bulletEnabled val="1"/>
        </dgm:presLayoutVars>
      </dgm:prSet>
      <dgm:spPr>
        <a:solidFill>
          <a:schemeClr val="accent6">
            <a:lumMod val="50000"/>
            <a:alpha val="90000"/>
          </a:schemeClr>
        </a:solidFill>
      </dgm:spPr>
    </dgm:pt>
    <dgm:pt modelId="{8CDF9ED3-AA26-4CA9-A8CD-37A1CB401699}" type="pres">
      <dgm:prSet presAssocID="{FDCFCBBE-4B0C-4EC9-B976-08CCD6644933}" presName="spaceBetweenRectangles" presStyleCnt="0"/>
      <dgm:spPr/>
    </dgm:pt>
    <dgm:pt modelId="{6D9CC7D1-9FEF-40B2-84B9-C88C046119C2}" type="pres">
      <dgm:prSet presAssocID="{EA47E6C0-F33D-4241-9336-CD31C71E7AAD}" presName="parentLin" presStyleCnt="0"/>
      <dgm:spPr/>
    </dgm:pt>
    <dgm:pt modelId="{ED103A48-DB39-41AF-B6F8-3CFD38544AA2}" type="pres">
      <dgm:prSet presAssocID="{EA47E6C0-F33D-4241-9336-CD31C71E7AAD}" presName="parentLeftMargin" presStyleLbl="node1" presStyleIdx="2" presStyleCnt="6"/>
      <dgm:spPr/>
    </dgm:pt>
    <dgm:pt modelId="{7B635055-DC66-4991-9962-F6D8E62AEB4D}" type="pres">
      <dgm:prSet presAssocID="{EA47E6C0-F33D-4241-9336-CD31C71E7AAD}" presName="parentText" presStyleLbl="node1" presStyleIdx="3" presStyleCnt="6">
        <dgm:presLayoutVars>
          <dgm:chMax val="0"/>
          <dgm:bulletEnabled val="1"/>
        </dgm:presLayoutVars>
      </dgm:prSet>
      <dgm:spPr/>
    </dgm:pt>
    <dgm:pt modelId="{C5E6FB71-CC2C-4A1B-90DC-E9F1D155DB59}" type="pres">
      <dgm:prSet presAssocID="{EA47E6C0-F33D-4241-9336-CD31C71E7AAD}" presName="negativeSpace" presStyleCnt="0"/>
      <dgm:spPr/>
    </dgm:pt>
    <dgm:pt modelId="{0399C9F8-6B27-4D82-B8DF-B0F973705D50}" type="pres">
      <dgm:prSet presAssocID="{EA47E6C0-F33D-4241-9336-CD31C71E7AAD}" presName="childText" presStyleLbl="conFgAcc1" presStyleIdx="3" presStyleCnt="6">
        <dgm:presLayoutVars>
          <dgm:bulletEnabled val="1"/>
        </dgm:presLayoutVars>
      </dgm:prSet>
      <dgm:spPr>
        <a:solidFill>
          <a:schemeClr val="accent6">
            <a:lumMod val="50000"/>
            <a:alpha val="90000"/>
          </a:schemeClr>
        </a:solidFill>
      </dgm:spPr>
    </dgm:pt>
    <dgm:pt modelId="{F54758AE-4D59-49B4-84B6-F7FD1096BB92}" type="pres">
      <dgm:prSet presAssocID="{2628C717-56B0-4673-85B1-C2BCAA9BCB15}" presName="spaceBetweenRectangles" presStyleCnt="0"/>
      <dgm:spPr/>
    </dgm:pt>
    <dgm:pt modelId="{AF451CEF-6917-4F52-A63C-F88233951713}" type="pres">
      <dgm:prSet presAssocID="{FAA8FC6D-0587-48B7-ACB1-C212FE4C49DF}" presName="parentLin" presStyleCnt="0"/>
      <dgm:spPr/>
    </dgm:pt>
    <dgm:pt modelId="{69E61BCD-DF9E-49FE-B0C3-618394AA48DB}" type="pres">
      <dgm:prSet presAssocID="{FAA8FC6D-0587-48B7-ACB1-C212FE4C49DF}" presName="parentLeftMargin" presStyleLbl="node1" presStyleIdx="3" presStyleCnt="6"/>
      <dgm:spPr/>
    </dgm:pt>
    <dgm:pt modelId="{6006CD84-B7AD-4048-B602-AE35AE83B223}" type="pres">
      <dgm:prSet presAssocID="{FAA8FC6D-0587-48B7-ACB1-C212FE4C49DF}" presName="parentText" presStyleLbl="node1" presStyleIdx="4" presStyleCnt="6">
        <dgm:presLayoutVars>
          <dgm:chMax val="0"/>
          <dgm:bulletEnabled val="1"/>
        </dgm:presLayoutVars>
      </dgm:prSet>
      <dgm:spPr/>
    </dgm:pt>
    <dgm:pt modelId="{B935FC19-89D3-47D7-B0D0-2F8166BFEFA9}" type="pres">
      <dgm:prSet presAssocID="{FAA8FC6D-0587-48B7-ACB1-C212FE4C49DF}" presName="negativeSpace" presStyleCnt="0"/>
      <dgm:spPr/>
    </dgm:pt>
    <dgm:pt modelId="{651E2EFA-777E-47AC-BBC2-FE9EC94023DC}" type="pres">
      <dgm:prSet presAssocID="{FAA8FC6D-0587-48B7-ACB1-C212FE4C49DF}" presName="childText" presStyleLbl="conFgAcc1" presStyleIdx="4" presStyleCnt="6">
        <dgm:presLayoutVars>
          <dgm:bulletEnabled val="1"/>
        </dgm:presLayoutVars>
      </dgm:prSet>
      <dgm:spPr>
        <a:solidFill>
          <a:schemeClr val="accent6">
            <a:lumMod val="50000"/>
            <a:alpha val="90000"/>
          </a:schemeClr>
        </a:solidFill>
      </dgm:spPr>
    </dgm:pt>
    <dgm:pt modelId="{0EF58E78-ED99-48E8-8AC2-534F7CFDB359}" type="pres">
      <dgm:prSet presAssocID="{8A23EFF1-86D8-4E1F-B890-BD0D73710752}" presName="spaceBetweenRectangles" presStyleCnt="0"/>
      <dgm:spPr/>
    </dgm:pt>
    <dgm:pt modelId="{0D2D3AE8-ADAC-4177-950A-E5A66DAA4F3A}" type="pres">
      <dgm:prSet presAssocID="{6BE946B6-F9F1-4C6E-8F96-100C5E6B5E19}" presName="parentLin" presStyleCnt="0"/>
      <dgm:spPr/>
    </dgm:pt>
    <dgm:pt modelId="{10B43530-D302-4E27-AFF6-205129BB81F5}" type="pres">
      <dgm:prSet presAssocID="{6BE946B6-F9F1-4C6E-8F96-100C5E6B5E19}" presName="parentLeftMargin" presStyleLbl="node1" presStyleIdx="4" presStyleCnt="6"/>
      <dgm:spPr/>
    </dgm:pt>
    <dgm:pt modelId="{6D4A82FF-476D-4A56-AFC1-6434C6A74886}" type="pres">
      <dgm:prSet presAssocID="{6BE946B6-F9F1-4C6E-8F96-100C5E6B5E19}" presName="parentText" presStyleLbl="node1" presStyleIdx="5" presStyleCnt="6">
        <dgm:presLayoutVars>
          <dgm:chMax val="0"/>
          <dgm:bulletEnabled val="1"/>
        </dgm:presLayoutVars>
      </dgm:prSet>
      <dgm:spPr/>
    </dgm:pt>
    <dgm:pt modelId="{4D2C8311-CC5A-491C-9498-7A0B93FABC76}" type="pres">
      <dgm:prSet presAssocID="{6BE946B6-F9F1-4C6E-8F96-100C5E6B5E19}" presName="negativeSpace" presStyleCnt="0"/>
      <dgm:spPr/>
    </dgm:pt>
    <dgm:pt modelId="{E6196131-9E5A-47AF-BCA8-C4BB7D98EAC2}" type="pres">
      <dgm:prSet presAssocID="{6BE946B6-F9F1-4C6E-8F96-100C5E6B5E19}" presName="childText" presStyleLbl="conFgAcc1" presStyleIdx="5" presStyleCnt="6">
        <dgm:presLayoutVars>
          <dgm:bulletEnabled val="1"/>
        </dgm:presLayoutVars>
      </dgm:prSet>
      <dgm:spPr>
        <a:solidFill>
          <a:schemeClr val="accent6">
            <a:lumMod val="50000"/>
            <a:alpha val="90000"/>
          </a:schemeClr>
        </a:solidFill>
      </dgm:spPr>
    </dgm:pt>
  </dgm:ptLst>
  <dgm:cxnLst>
    <dgm:cxn modelId="{80EC7102-13BA-4BE9-965A-C179267AF960}" type="presOf" srcId="{8D70B131-69EC-423B-BB9A-F1DE03B1E1AD}" destId="{99A45A7B-A4E6-46FD-B4C8-C98EC6FFF286}" srcOrd="1" destOrd="0" presId="urn:microsoft.com/office/officeart/2005/8/layout/list1"/>
    <dgm:cxn modelId="{3CFC6909-517C-4FD0-9E1E-DB25352F5737}" srcId="{930CA034-DDBF-462D-8D23-E83FBBD4C855}" destId="{EA47E6C0-F33D-4241-9336-CD31C71E7AAD}" srcOrd="3" destOrd="0" parTransId="{2E2E5A0B-361D-48D8-BC95-340CC76BA3C1}" sibTransId="{2628C717-56B0-4673-85B1-C2BCAA9BCB15}"/>
    <dgm:cxn modelId="{C0018F24-DAE2-4856-9145-D76DA65003B9}" type="presOf" srcId="{057352C8-6009-4DE5-A74E-E8EADFB9747C}" destId="{9BAB483B-E6FB-4991-B738-0BAEDD4B4D32}" srcOrd="1" destOrd="0" presId="urn:microsoft.com/office/officeart/2005/8/layout/list1"/>
    <dgm:cxn modelId="{1CE0D227-7A62-4D82-A52C-964D71AB47B7}" srcId="{930CA034-DDBF-462D-8D23-E83FBBD4C855}" destId="{FAA8FC6D-0587-48B7-ACB1-C212FE4C49DF}" srcOrd="4" destOrd="0" parTransId="{ED2A04CE-92F0-4427-A1AD-F19A0B63C3DE}" sibTransId="{8A23EFF1-86D8-4E1F-B890-BD0D73710752}"/>
    <dgm:cxn modelId="{A7D55F3C-BB0A-43DB-A93C-D0BE148A66FB}" srcId="{930CA034-DDBF-462D-8D23-E83FBBD4C855}" destId="{8D70B131-69EC-423B-BB9A-F1DE03B1E1AD}" srcOrd="0" destOrd="0" parTransId="{CC71260B-1777-4256-9AA2-48D970B06B34}" sibTransId="{2209697A-A836-4FB0-A176-F3208CE76E5E}"/>
    <dgm:cxn modelId="{2A3C215E-F933-41FE-807F-EA34EF50DA04}" srcId="{930CA034-DDBF-462D-8D23-E83FBBD4C855}" destId="{E0833F87-B88D-43D3-8A58-9446548667A0}" srcOrd="2" destOrd="0" parTransId="{A87A8263-C3F9-4FB9-8089-2665A7230CD6}" sibTransId="{FDCFCBBE-4B0C-4EC9-B976-08CCD6644933}"/>
    <dgm:cxn modelId="{FEBF1F67-8035-45C5-B550-E6280F2C6FA7}" type="presOf" srcId="{E0833F87-B88D-43D3-8A58-9446548667A0}" destId="{2C76365C-40E5-479F-88D9-70334741F11B}" srcOrd="0" destOrd="0" presId="urn:microsoft.com/office/officeart/2005/8/layout/list1"/>
    <dgm:cxn modelId="{D307AE4D-9910-400B-B4E5-FA4A0DDEC4F5}" srcId="{930CA034-DDBF-462D-8D23-E83FBBD4C855}" destId="{057352C8-6009-4DE5-A74E-E8EADFB9747C}" srcOrd="1" destOrd="0" parTransId="{517E0048-51CB-4B78-A028-B8DF55780CA6}" sibTransId="{C5B956A8-91C7-471F-9C98-86DAA8E2818F}"/>
    <dgm:cxn modelId="{391B8874-B5C1-4E3E-A740-003792AE0DDC}" srcId="{930CA034-DDBF-462D-8D23-E83FBBD4C855}" destId="{6BE946B6-F9F1-4C6E-8F96-100C5E6B5E19}" srcOrd="5" destOrd="0" parTransId="{6D01A42E-7D35-490F-BF32-5120A4D94592}" sibTransId="{847533AC-EF37-4CAC-9917-3E7B139F415A}"/>
    <dgm:cxn modelId="{A5AA977F-8424-4D03-808C-90875DAA67B2}" type="presOf" srcId="{FAA8FC6D-0587-48B7-ACB1-C212FE4C49DF}" destId="{69E61BCD-DF9E-49FE-B0C3-618394AA48DB}" srcOrd="0" destOrd="0" presId="urn:microsoft.com/office/officeart/2005/8/layout/list1"/>
    <dgm:cxn modelId="{BA236882-F6BC-426A-935C-5F52EF5C42E7}" type="presOf" srcId="{930CA034-DDBF-462D-8D23-E83FBBD4C855}" destId="{31473579-9AE8-450F-8197-1876714DB936}" srcOrd="0" destOrd="0" presId="urn:microsoft.com/office/officeart/2005/8/layout/list1"/>
    <dgm:cxn modelId="{BA023A8B-8387-42E1-9D05-964E38C668D9}" type="presOf" srcId="{057352C8-6009-4DE5-A74E-E8EADFB9747C}" destId="{7C562965-9BB7-453C-8BD5-A92118DAECEF}" srcOrd="0" destOrd="0" presId="urn:microsoft.com/office/officeart/2005/8/layout/list1"/>
    <dgm:cxn modelId="{5656F192-250A-4323-BEA0-EB618CA37C14}" type="presOf" srcId="{EA47E6C0-F33D-4241-9336-CD31C71E7AAD}" destId="{ED103A48-DB39-41AF-B6F8-3CFD38544AA2}" srcOrd="0" destOrd="0" presId="urn:microsoft.com/office/officeart/2005/8/layout/list1"/>
    <dgm:cxn modelId="{A68BA895-4A2A-497C-8B56-4AE7956A4CB4}" type="presOf" srcId="{6BE946B6-F9F1-4C6E-8F96-100C5E6B5E19}" destId="{10B43530-D302-4E27-AFF6-205129BB81F5}" srcOrd="0" destOrd="0" presId="urn:microsoft.com/office/officeart/2005/8/layout/list1"/>
    <dgm:cxn modelId="{5B02A1A4-9FF7-4610-AF4F-3AD774C55AF5}" type="presOf" srcId="{FAA8FC6D-0587-48B7-ACB1-C212FE4C49DF}" destId="{6006CD84-B7AD-4048-B602-AE35AE83B223}" srcOrd="1" destOrd="0" presId="urn:microsoft.com/office/officeart/2005/8/layout/list1"/>
    <dgm:cxn modelId="{10BF64AA-A729-46E1-A4F9-6C880698DCB4}" type="presOf" srcId="{E0833F87-B88D-43D3-8A58-9446548667A0}" destId="{26F315D3-2914-4113-866F-46A8E2974B35}" srcOrd="1" destOrd="0" presId="urn:microsoft.com/office/officeart/2005/8/layout/list1"/>
    <dgm:cxn modelId="{5CB060F4-F86F-47CC-99D9-D4FB9802131F}" type="presOf" srcId="{EA47E6C0-F33D-4241-9336-CD31C71E7AAD}" destId="{7B635055-DC66-4991-9962-F6D8E62AEB4D}" srcOrd="1" destOrd="0" presId="urn:microsoft.com/office/officeart/2005/8/layout/list1"/>
    <dgm:cxn modelId="{B427F6F8-7C2E-4D5A-8C41-4901827C0D35}" type="presOf" srcId="{6BE946B6-F9F1-4C6E-8F96-100C5E6B5E19}" destId="{6D4A82FF-476D-4A56-AFC1-6434C6A74886}" srcOrd="1" destOrd="0" presId="urn:microsoft.com/office/officeart/2005/8/layout/list1"/>
    <dgm:cxn modelId="{BC85DAFA-7ED4-48A9-9427-43267706454C}" type="presOf" srcId="{8D70B131-69EC-423B-BB9A-F1DE03B1E1AD}" destId="{E0658087-E902-40DB-8F66-D6A4725AB214}" srcOrd="0" destOrd="0" presId="urn:microsoft.com/office/officeart/2005/8/layout/list1"/>
    <dgm:cxn modelId="{FFBB920A-FD85-4334-98DA-FFE73283356B}" type="presParOf" srcId="{31473579-9AE8-450F-8197-1876714DB936}" destId="{68D96891-6A5B-418E-A574-8CEBB8A0AE68}" srcOrd="0" destOrd="0" presId="urn:microsoft.com/office/officeart/2005/8/layout/list1"/>
    <dgm:cxn modelId="{A80F3CAC-61D3-4618-A8B3-877E2740DAAF}" type="presParOf" srcId="{68D96891-6A5B-418E-A574-8CEBB8A0AE68}" destId="{E0658087-E902-40DB-8F66-D6A4725AB214}" srcOrd="0" destOrd="0" presId="urn:microsoft.com/office/officeart/2005/8/layout/list1"/>
    <dgm:cxn modelId="{A2800ACA-A757-4EB4-863C-FF6C2B014CAC}" type="presParOf" srcId="{68D96891-6A5B-418E-A574-8CEBB8A0AE68}" destId="{99A45A7B-A4E6-46FD-B4C8-C98EC6FFF286}" srcOrd="1" destOrd="0" presId="urn:microsoft.com/office/officeart/2005/8/layout/list1"/>
    <dgm:cxn modelId="{043DAEB0-74AF-4605-9CD8-0668BD4DC95D}" type="presParOf" srcId="{31473579-9AE8-450F-8197-1876714DB936}" destId="{FEA65826-9EC8-4D78-9E6C-F02134A06779}" srcOrd="1" destOrd="0" presId="urn:microsoft.com/office/officeart/2005/8/layout/list1"/>
    <dgm:cxn modelId="{EED09FF0-D1F8-464E-846B-13F601CA97A0}" type="presParOf" srcId="{31473579-9AE8-450F-8197-1876714DB936}" destId="{1BE4FBBF-591C-41B9-94E2-3B1B4AD2F854}" srcOrd="2" destOrd="0" presId="urn:microsoft.com/office/officeart/2005/8/layout/list1"/>
    <dgm:cxn modelId="{95EA2B8E-2F12-402A-B34E-0D98AE195C83}" type="presParOf" srcId="{31473579-9AE8-450F-8197-1876714DB936}" destId="{450056D3-3D4A-44DC-AFB3-097951A0C74D}" srcOrd="3" destOrd="0" presId="urn:microsoft.com/office/officeart/2005/8/layout/list1"/>
    <dgm:cxn modelId="{F566773A-884A-4DC2-888E-96452005B478}" type="presParOf" srcId="{31473579-9AE8-450F-8197-1876714DB936}" destId="{0414E691-A9C7-4662-BD08-E85A54647641}" srcOrd="4" destOrd="0" presId="urn:microsoft.com/office/officeart/2005/8/layout/list1"/>
    <dgm:cxn modelId="{D50E12A8-B323-4FD4-9C6E-32BBE3931F09}" type="presParOf" srcId="{0414E691-A9C7-4662-BD08-E85A54647641}" destId="{7C562965-9BB7-453C-8BD5-A92118DAECEF}" srcOrd="0" destOrd="0" presId="urn:microsoft.com/office/officeart/2005/8/layout/list1"/>
    <dgm:cxn modelId="{6B542332-96A9-46D6-A4C7-1AAA278C04B7}" type="presParOf" srcId="{0414E691-A9C7-4662-BD08-E85A54647641}" destId="{9BAB483B-E6FB-4991-B738-0BAEDD4B4D32}" srcOrd="1" destOrd="0" presId="urn:microsoft.com/office/officeart/2005/8/layout/list1"/>
    <dgm:cxn modelId="{5C8DD9AC-E464-449E-AED3-A9EEE1125602}" type="presParOf" srcId="{31473579-9AE8-450F-8197-1876714DB936}" destId="{8A8D274E-81F3-42AC-B9E6-F884005118DF}" srcOrd="5" destOrd="0" presId="urn:microsoft.com/office/officeart/2005/8/layout/list1"/>
    <dgm:cxn modelId="{EE3EA5EA-7239-4F15-B012-6AA16CF28FA9}" type="presParOf" srcId="{31473579-9AE8-450F-8197-1876714DB936}" destId="{061C8201-FD24-40DD-B5DE-E01D2A8562AE}" srcOrd="6" destOrd="0" presId="urn:microsoft.com/office/officeart/2005/8/layout/list1"/>
    <dgm:cxn modelId="{54D5630F-D4AA-4D84-A9A2-B5EF9562A950}" type="presParOf" srcId="{31473579-9AE8-450F-8197-1876714DB936}" destId="{1B318F37-A6E8-4DE6-94CD-66930846AB4D}" srcOrd="7" destOrd="0" presId="urn:microsoft.com/office/officeart/2005/8/layout/list1"/>
    <dgm:cxn modelId="{585A5F83-AD42-41EA-AABA-B2D37551EC05}" type="presParOf" srcId="{31473579-9AE8-450F-8197-1876714DB936}" destId="{776CF0D3-F23E-4F86-B913-52CDDEE59DAA}" srcOrd="8" destOrd="0" presId="urn:microsoft.com/office/officeart/2005/8/layout/list1"/>
    <dgm:cxn modelId="{ACD6B3B8-FF86-4507-AB1C-F709C6DC022A}" type="presParOf" srcId="{776CF0D3-F23E-4F86-B913-52CDDEE59DAA}" destId="{2C76365C-40E5-479F-88D9-70334741F11B}" srcOrd="0" destOrd="0" presId="urn:microsoft.com/office/officeart/2005/8/layout/list1"/>
    <dgm:cxn modelId="{9427E086-5A33-423D-9185-4803C1093C60}" type="presParOf" srcId="{776CF0D3-F23E-4F86-B913-52CDDEE59DAA}" destId="{26F315D3-2914-4113-866F-46A8E2974B35}" srcOrd="1" destOrd="0" presId="urn:microsoft.com/office/officeart/2005/8/layout/list1"/>
    <dgm:cxn modelId="{7584FFD0-533A-4717-8315-21A45C2D33FC}" type="presParOf" srcId="{31473579-9AE8-450F-8197-1876714DB936}" destId="{8F728B20-71C9-4F78-AD45-FE88B5188955}" srcOrd="9" destOrd="0" presId="urn:microsoft.com/office/officeart/2005/8/layout/list1"/>
    <dgm:cxn modelId="{2483C642-79AB-47B3-89D2-B900A73C5010}" type="presParOf" srcId="{31473579-9AE8-450F-8197-1876714DB936}" destId="{7501CAD7-2F56-46E0-A07F-759D75E610BD}" srcOrd="10" destOrd="0" presId="urn:microsoft.com/office/officeart/2005/8/layout/list1"/>
    <dgm:cxn modelId="{F35E60F4-E6C3-4B86-9815-35DB4E5BFAA5}" type="presParOf" srcId="{31473579-9AE8-450F-8197-1876714DB936}" destId="{8CDF9ED3-AA26-4CA9-A8CD-37A1CB401699}" srcOrd="11" destOrd="0" presId="urn:microsoft.com/office/officeart/2005/8/layout/list1"/>
    <dgm:cxn modelId="{9EDC5574-3792-45DA-B9D5-981D8C1C876E}" type="presParOf" srcId="{31473579-9AE8-450F-8197-1876714DB936}" destId="{6D9CC7D1-9FEF-40B2-84B9-C88C046119C2}" srcOrd="12" destOrd="0" presId="urn:microsoft.com/office/officeart/2005/8/layout/list1"/>
    <dgm:cxn modelId="{37445160-C8BD-4374-B709-517C1455EEB3}" type="presParOf" srcId="{6D9CC7D1-9FEF-40B2-84B9-C88C046119C2}" destId="{ED103A48-DB39-41AF-B6F8-3CFD38544AA2}" srcOrd="0" destOrd="0" presId="urn:microsoft.com/office/officeart/2005/8/layout/list1"/>
    <dgm:cxn modelId="{C344C0D2-C3CC-4411-822F-125BE4374085}" type="presParOf" srcId="{6D9CC7D1-9FEF-40B2-84B9-C88C046119C2}" destId="{7B635055-DC66-4991-9962-F6D8E62AEB4D}" srcOrd="1" destOrd="0" presId="urn:microsoft.com/office/officeart/2005/8/layout/list1"/>
    <dgm:cxn modelId="{05E31831-BFB1-4D72-98CA-0D41F54BF672}" type="presParOf" srcId="{31473579-9AE8-450F-8197-1876714DB936}" destId="{C5E6FB71-CC2C-4A1B-90DC-E9F1D155DB59}" srcOrd="13" destOrd="0" presId="urn:microsoft.com/office/officeart/2005/8/layout/list1"/>
    <dgm:cxn modelId="{601C0718-2224-433E-8B4E-257F5E00CB41}" type="presParOf" srcId="{31473579-9AE8-450F-8197-1876714DB936}" destId="{0399C9F8-6B27-4D82-B8DF-B0F973705D50}" srcOrd="14" destOrd="0" presId="urn:microsoft.com/office/officeart/2005/8/layout/list1"/>
    <dgm:cxn modelId="{F811861B-658F-4756-9FE7-88EB9E6FCC54}" type="presParOf" srcId="{31473579-9AE8-450F-8197-1876714DB936}" destId="{F54758AE-4D59-49B4-84B6-F7FD1096BB92}" srcOrd="15" destOrd="0" presId="urn:microsoft.com/office/officeart/2005/8/layout/list1"/>
    <dgm:cxn modelId="{96996C49-C259-4748-B570-4A3095D48A0E}" type="presParOf" srcId="{31473579-9AE8-450F-8197-1876714DB936}" destId="{AF451CEF-6917-4F52-A63C-F88233951713}" srcOrd="16" destOrd="0" presId="urn:microsoft.com/office/officeart/2005/8/layout/list1"/>
    <dgm:cxn modelId="{8B2F9CDD-2DE1-4DA1-BFD2-EBC38E303911}" type="presParOf" srcId="{AF451CEF-6917-4F52-A63C-F88233951713}" destId="{69E61BCD-DF9E-49FE-B0C3-618394AA48DB}" srcOrd="0" destOrd="0" presId="urn:microsoft.com/office/officeart/2005/8/layout/list1"/>
    <dgm:cxn modelId="{744AEAAA-EF47-4AC1-AC85-DF297464110E}" type="presParOf" srcId="{AF451CEF-6917-4F52-A63C-F88233951713}" destId="{6006CD84-B7AD-4048-B602-AE35AE83B223}" srcOrd="1" destOrd="0" presId="urn:microsoft.com/office/officeart/2005/8/layout/list1"/>
    <dgm:cxn modelId="{A4EDBFE4-C5D4-4DB6-90A2-398A26CC3309}" type="presParOf" srcId="{31473579-9AE8-450F-8197-1876714DB936}" destId="{B935FC19-89D3-47D7-B0D0-2F8166BFEFA9}" srcOrd="17" destOrd="0" presId="urn:microsoft.com/office/officeart/2005/8/layout/list1"/>
    <dgm:cxn modelId="{E7752CDB-9AAC-4645-8495-9F20C48C6CA1}" type="presParOf" srcId="{31473579-9AE8-450F-8197-1876714DB936}" destId="{651E2EFA-777E-47AC-BBC2-FE9EC94023DC}" srcOrd="18" destOrd="0" presId="urn:microsoft.com/office/officeart/2005/8/layout/list1"/>
    <dgm:cxn modelId="{D5D2362B-87D6-4D47-98FC-91A766D03877}" type="presParOf" srcId="{31473579-9AE8-450F-8197-1876714DB936}" destId="{0EF58E78-ED99-48E8-8AC2-534F7CFDB359}" srcOrd="19" destOrd="0" presId="urn:microsoft.com/office/officeart/2005/8/layout/list1"/>
    <dgm:cxn modelId="{B9F83365-ADD4-43D7-90C4-29035BA4D437}" type="presParOf" srcId="{31473579-9AE8-450F-8197-1876714DB936}" destId="{0D2D3AE8-ADAC-4177-950A-E5A66DAA4F3A}" srcOrd="20" destOrd="0" presId="urn:microsoft.com/office/officeart/2005/8/layout/list1"/>
    <dgm:cxn modelId="{99CE48B5-97D9-4678-85A0-79F06186270A}" type="presParOf" srcId="{0D2D3AE8-ADAC-4177-950A-E5A66DAA4F3A}" destId="{10B43530-D302-4E27-AFF6-205129BB81F5}" srcOrd="0" destOrd="0" presId="urn:microsoft.com/office/officeart/2005/8/layout/list1"/>
    <dgm:cxn modelId="{C435F33A-A227-4026-95A9-0DDA15517B31}" type="presParOf" srcId="{0D2D3AE8-ADAC-4177-950A-E5A66DAA4F3A}" destId="{6D4A82FF-476D-4A56-AFC1-6434C6A74886}" srcOrd="1" destOrd="0" presId="urn:microsoft.com/office/officeart/2005/8/layout/list1"/>
    <dgm:cxn modelId="{AC668B18-2E21-4F8D-9D18-19C6C46ABF06}" type="presParOf" srcId="{31473579-9AE8-450F-8197-1876714DB936}" destId="{4D2C8311-CC5A-491C-9498-7A0B93FABC76}" srcOrd="21" destOrd="0" presId="urn:microsoft.com/office/officeart/2005/8/layout/list1"/>
    <dgm:cxn modelId="{6C7045EB-7615-4B4A-AFD9-5913F41EFE9B}" type="presParOf" srcId="{31473579-9AE8-450F-8197-1876714DB936}" destId="{E6196131-9E5A-47AF-BCA8-C4BB7D98EAC2}" srcOrd="2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C436B2-21B6-42F1-885B-E84276DCEF1E}">
      <dsp:nvSpPr>
        <dsp:cNvPr id="0" name=""/>
        <dsp:cNvSpPr/>
      </dsp:nvSpPr>
      <dsp:spPr>
        <a:xfrm>
          <a:off x="691795" y="0"/>
          <a:ext cx="7840344" cy="1467971"/>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AB73D0C-4F49-4E44-BD7E-B86049F4E234}">
      <dsp:nvSpPr>
        <dsp:cNvPr id="0" name=""/>
        <dsp:cNvSpPr/>
      </dsp:nvSpPr>
      <dsp:spPr>
        <a:xfrm>
          <a:off x="1648643" y="440391"/>
          <a:ext cx="2767180" cy="587188"/>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Simple Task</a:t>
          </a:r>
        </a:p>
      </dsp:txBody>
      <dsp:txXfrm>
        <a:off x="1677307" y="469055"/>
        <a:ext cx="2709852" cy="529860"/>
      </dsp:txXfrm>
    </dsp:sp>
    <dsp:sp modelId="{478BF958-5C2D-42E6-8A22-70FFA022BFD8}">
      <dsp:nvSpPr>
        <dsp:cNvPr id="0" name=""/>
        <dsp:cNvSpPr/>
      </dsp:nvSpPr>
      <dsp:spPr>
        <a:xfrm>
          <a:off x="4808111" y="440391"/>
          <a:ext cx="2767180" cy="587188"/>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Single Agent</a:t>
          </a:r>
        </a:p>
      </dsp:txBody>
      <dsp:txXfrm>
        <a:off x="4836775" y="469055"/>
        <a:ext cx="2709852" cy="52986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C436B2-21B6-42F1-885B-E84276DCEF1E}">
      <dsp:nvSpPr>
        <dsp:cNvPr id="0" name=""/>
        <dsp:cNvSpPr/>
      </dsp:nvSpPr>
      <dsp:spPr>
        <a:xfrm>
          <a:off x="691795" y="0"/>
          <a:ext cx="7840344" cy="1467971"/>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AB73D0C-4F49-4E44-BD7E-B86049F4E234}">
      <dsp:nvSpPr>
        <dsp:cNvPr id="0" name=""/>
        <dsp:cNvSpPr/>
      </dsp:nvSpPr>
      <dsp:spPr>
        <a:xfrm>
          <a:off x="1668460" y="440391"/>
          <a:ext cx="2767180" cy="587188"/>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Complex Task</a:t>
          </a:r>
        </a:p>
      </dsp:txBody>
      <dsp:txXfrm>
        <a:off x="1697124" y="469055"/>
        <a:ext cx="2709852" cy="529860"/>
      </dsp:txXfrm>
    </dsp:sp>
    <dsp:sp modelId="{478BF958-5C2D-42E6-8A22-70FFA022BFD8}">
      <dsp:nvSpPr>
        <dsp:cNvPr id="0" name=""/>
        <dsp:cNvSpPr/>
      </dsp:nvSpPr>
      <dsp:spPr>
        <a:xfrm>
          <a:off x="4788294" y="440391"/>
          <a:ext cx="2767180" cy="587188"/>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Multiple Agents</a:t>
          </a:r>
        </a:p>
      </dsp:txBody>
      <dsp:txXfrm>
        <a:off x="4816958" y="469055"/>
        <a:ext cx="2709852" cy="52986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5DAD22-C415-45A4-BFD0-71BC13198839}">
      <dsp:nvSpPr>
        <dsp:cNvPr id="0" name=""/>
        <dsp:cNvSpPr/>
      </dsp:nvSpPr>
      <dsp:spPr>
        <a:xfrm>
          <a:off x="2227568" y="0"/>
          <a:ext cx="5148137" cy="3294576"/>
        </a:xfrm>
        <a:prstGeom prst="triangle">
          <a:avLst/>
        </a:prstGeom>
        <a:solidFill>
          <a:schemeClr val="accent3">
            <a:lumMod val="50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C25782EF-9E67-41BB-A72F-259E6BEC234D}">
      <dsp:nvSpPr>
        <dsp:cNvPr id="0" name=""/>
        <dsp:cNvSpPr/>
      </dsp:nvSpPr>
      <dsp:spPr>
        <a:xfrm>
          <a:off x="4600595" y="329465"/>
          <a:ext cx="2543557" cy="945973"/>
        </a:xfrm>
        <a:prstGeom prst="roundRect">
          <a:avLst/>
        </a:prstGeom>
        <a:solidFill>
          <a:srgbClr val="0070C0">
            <a:alpha val="90000"/>
          </a:srgbClr>
        </a:soli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b="1" kern="1200" dirty="0"/>
            <a:t>Accuracy</a:t>
          </a:r>
          <a:r>
            <a:rPr lang="en-US" sz="900" kern="1200" dirty="0"/>
            <a:t>: Routes queries to the most relevant agent, ensuring precise and contextually appropriate responses.</a:t>
          </a:r>
        </a:p>
      </dsp:txBody>
      <dsp:txXfrm>
        <a:off x="4646774" y="375644"/>
        <a:ext cx="2451199" cy="853615"/>
      </dsp:txXfrm>
    </dsp:sp>
    <dsp:sp modelId="{8D25B81A-7ECC-4A34-9A82-8E99900F669F}">
      <dsp:nvSpPr>
        <dsp:cNvPr id="0" name=""/>
        <dsp:cNvSpPr/>
      </dsp:nvSpPr>
      <dsp:spPr>
        <a:xfrm>
          <a:off x="4573698" y="1337855"/>
          <a:ext cx="2597351" cy="718032"/>
        </a:xfrm>
        <a:prstGeom prst="roundRect">
          <a:avLst/>
        </a:prstGeom>
        <a:solidFill>
          <a:srgbClr val="FFC000">
            <a:alpha val="90000"/>
          </a:srgbClr>
        </a:soli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b="1" kern="1200" dirty="0"/>
            <a:t>Efficiency</a:t>
          </a:r>
          <a:r>
            <a:rPr lang="en-US" sz="900" kern="1200" dirty="0"/>
            <a:t>: Reduces processing time by leveraging the expertise of specialized agents.</a:t>
          </a:r>
        </a:p>
      </dsp:txBody>
      <dsp:txXfrm>
        <a:off x="4608749" y="1372906"/>
        <a:ext cx="2527249" cy="647930"/>
      </dsp:txXfrm>
    </dsp:sp>
    <dsp:sp modelId="{BF5F075E-BE8C-4984-B86B-68ECC7921601}">
      <dsp:nvSpPr>
        <dsp:cNvPr id="0" name=""/>
        <dsp:cNvSpPr/>
      </dsp:nvSpPr>
      <dsp:spPr>
        <a:xfrm>
          <a:off x="4618520" y="2118304"/>
          <a:ext cx="2507709" cy="784389"/>
        </a:xfrm>
        <a:prstGeom prst="roundRect">
          <a:avLst/>
        </a:prstGeom>
        <a:solidFill>
          <a:srgbClr val="92D050">
            <a:alpha val="90000"/>
          </a:srgbClr>
        </a:soli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b="1" kern="1200" dirty="0"/>
            <a:t>Scalability</a:t>
          </a:r>
          <a:r>
            <a:rPr lang="en-US" sz="900" kern="1200" dirty="0"/>
            <a:t>: Enables the system to handle diverse and growing query volumes without overwhelming individual agents, delivering optimal responses even as the number of agents increases.</a:t>
          </a:r>
        </a:p>
      </dsp:txBody>
      <dsp:txXfrm>
        <a:off x="4656811" y="2156595"/>
        <a:ext cx="2431127" cy="70780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BE4FBBF-591C-41B9-94E2-3B1B4AD2F854}">
      <dsp:nvSpPr>
        <dsp:cNvPr id="0" name=""/>
        <dsp:cNvSpPr/>
      </dsp:nvSpPr>
      <dsp:spPr>
        <a:xfrm>
          <a:off x="0" y="223848"/>
          <a:ext cx="9603275" cy="302400"/>
        </a:xfrm>
        <a:prstGeom prst="rect">
          <a:avLst/>
        </a:prstGeom>
        <a:solidFill>
          <a:schemeClr val="accent6">
            <a:lumMod val="50000"/>
            <a:alpha val="9000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9A45A7B-A4E6-46FD-B4C8-C98EC6FFF286}">
      <dsp:nvSpPr>
        <dsp:cNvPr id="0" name=""/>
        <dsp:cNvSpPr/>
      </dsp:nvSpPr>
      <dsp:spPr>
        <a:xfrm>
          <a:off x="480163" y="46728"/>
          <a:ext cx="6722292" cy="354240"/>
        </a:xfrm>
        <a:prstGeom prst="roundRect">
          <a:avLst/>
        </a:prstGeom>
        <a:solidFill>
          <a:srgbClr val="7030A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87" tIns="0" rIns="254087" bIns="0" numCol="1" spcCol="1270" anchor="ctr" anchorCtr="0">
          <a:noAutofit/>
        </a:bodyPr>
        <a:lstStyle/>
        <a:p>
          <a:pPr marL="0" lvl="0" indent="0" algn="l" defTabSz="533400">
            <a:lnSpc>
              <a:spcPct val="90000"/>
            </a:lnSpc>
            <a:spcBef>
              <a:spcPct val="0"/>
            </a:spcBef>
            <a:spcAft>
              <a:spcPct val="35000"/>
            </a:spcAft>
            <a:buNone/>
          </a:pPr>
          <a:r>
            <a:rPr lang="en-US" sz="1200" b="1" i="0" kern="1200" baseline="0" dirty="0"/>
            <a:t>Single-turn conversations</a:t>
          </a:r>
          <a:endParaRPr lang="en-US" sz="1200" kern="1200" dirty="0"/>
        </a:p>
      </dsp:txBody>
      <dsp:txXfrm>
        <a:off x="497456" y="64021"/>
        <a:ext cx="6687706" cy="319654"/>
      </dsp:txXfrm>
    </dsp:sp>
    <dsp:sp modelId="{061C8201-FD24-40DD-B5DE-E01D2A8562AE}">
      <dsp:nvSpPr>
        <dsp:cNvPr id="0" name=""/>
        <dsp:cNvSpPr/>
      </dsp:nvSpPr>
      <dsp:spPr>
        <a:xfrm>
          <a:off x="0" y="768168"/>
          <a:ext cx="9603275" cy="302400"/>
        </a:xfrm>
        <a:prstGeom prst="rect">
          <a:avLst/>
        </a:prstGeom>
        <a:solidFill>
          <a:schemeClr val="accent6">
            <a:lumMod val="50000"/>
            <a:alpha val="9000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BAB483B-E6FB-4991-B738-0BAEDD4B4D32}">
      <dsp:nvSpPr>
        <dsp:cNvPr id="0" name=""/>
        <dsp:cNvSpPr/>
      </dsp:nvSpPr>
      <dsp:spPr>
        <a:xfrm>
          <a:off x="480163" y="591048"/>
          <a:ext cx="6722292" cy="354240"/>
        </a:xfrm>
        <a:prstGeom prst="roundRect">
          <a:avLst/>
        </a:prstGeom>
        <a:solidFill>
          <a:srgbClr val="7030A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87" tIns="0" rIns="254087" bIns="0" numCol="1" spcCol="1270" anchor="ctr" anchorCtr="0">
          <a:noAutofit/>
        </a:bodyPr>
        <a:lstStyle/>
        <a:p>
          <a:pPr marL="0" lvl="0" indent="0" algn="l" defTabSz="533400">
            <a:lnSpc>
              <a:spcPct val="90000"/>
            </a:lnSpc>
            <a:spcBef>
              <a:spcPct val="0"/>
            </a:spcBef>
            <a:spcAft>
              <a:spcPct val="35000"/>
            </a:spcAft>
            <a:buNone/>
          </a:pPr>
          <a:r>
            <a:rPr lang="en-US" sz="1200" b="0" i="1" kern="1200" baseline="0" dirty="0"/>
            <a:t>Intent recognition</a:t>
          </a:r>
          <a:r>
            <a:rPr lang="en-US" sz="1200" b="0" i="0" kern="1200" baseline="0" dirty="0"/>
            <a:t>: Matches user query with the most relevant agent.</a:t>
          </a:r>
          <a:endParaRPr lang="en-US" sz="1200" kern="1200" dirty="0"/>
        </a:p>
      </dsp:txBody>
      <dsp:txXfrm>
        <a:off x="497456" y="608341"/>
        <a:ext cx="6687706" cy="319654"/>
      </dsp:txXfrm>
    </dsp:sp>
    <dsp:sp modelId="{7501CAD7-2F56-46E0-A07F-759D75E610BD}">
      <dsp:nvSpPr>
        <dsp:cNvPr id="0" name=""/>
        <dsp:cNvSpPr/>
      </dsp:nvSpPr>
      <dsp:spPr>
        <a:xfrm>
          <a:off x="0" y="1312488"/>
          <a:ext cx="9603275" cy="302400"/>
        </a:xfrm>
        <a:prstGeom prst="rect">
          <a:avLst/>
        </a:prstGeom>
        <a:solidFill>
          <a:schemeClr val="accent6">
            <a:lumMod val="50000"/>
            <a:alpha val="9000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6F315D3-2914-4113-866F-46A8E2974B35}">
      <dsp:nvSpPr>
        <dsp:cNvPr id="0" name=""/>
        <dsp:cNvSpPr/>
      </dsp:nvSpPr>
      <dsp:spPr>
        <a:xfrm>
          <a:off x="480163" y="1135368"/>
          <a:ext cx="6722292" cy="354240"/>
        </a:xfrm>
        <a:prstGeom prst="roundRect">
          <a:avLst/>
        </a:prstGeom>
        <a:solidFill>
          <a:srgbClr val="7030A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87" tIns="0" rIns="254087" bIns="0" numCol="1" spcCol="1270" anchor="ctr" anchorCtr="0">
          <a:noAutofit/>
        </a:bodyPr>
        <a:lstStyle/>
        <a:p>
          <a:pPr marL="0" lvl="0" indent="0" algn="l" defTabSz="533400">
            <a:lnSpc>
              <a:spcPct val="90000"/>
            </a:lnSpc>
            <a:spcBef>
              <a:spcPct val="0"/>
            </a:spcBef>
            <a:spcAft>
              <a:spcPct val="35000"/>
            </a:spcAft>
            <a:buNone/>
          </a:pPr>
          <a:r>
            <a:rPr lang="en-US" sz="1200" b="0" i="1" kern="1200" baseline="0" dirty="0"/>
            <a:t>Predefined rules</a:t>
          </a:r>
          <a:r>
            <a:rPr lang="en-US" sz="1200" b="0" i="0" kern="1200" baseline="0" dirty="0"/>
            <a:t>: Uses developer-defined routing logic.</a:t>
          </a:r>
          <a:endParaRPr lang="en-US" sz="1200" kern="1200" dirty="0"/>
        </a:p>
      </dsp:txBody>
      <dsp:txXfrm>
        <a:off x="497456" y="1152661"/>
        <a:ext cx="6687706" cy="319654"/>
      </dsp:txXfrm>
    </dsp:sp>
    <dsp:sp modelId="{0399C9F8-6B27-4D82-B8DF-B0F973705D50}">
      <dsp:nvSpPr>
        <dsp:cNvPr id="0" name=""/>
        <dsp:cNvSpPr/>
      </dsp:nvSpPr>
      <dsp:spPr>
        <a:xfrm>
          <a:off x="0" y="1856808"/>
          <a:ext cx="9603275" cy="302400"/>
        </a:xfrm>
        <a:prstGeom prst="rect">
          <a:avLst/>
        </a:prstGeom>
        <a:solidFill>
          <a:schemeClr val="accent6">
            <a:lumMod val="50000"/>
            <a:alpha val="9000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B635055-DC66-4991-9962-F6D8E62AEB4D}">
      <dsp:nvSpPr>
        <dsp:cNvPr id="0" name=""/>
        <dsp:cNvSpPr/>
      </dsp:nvSpPr>
      <dsp:spPr>
        <a:xfrm>
          <a:off x="480163" y="1679688"/>
          <a:ext cx="6722292" cy="354240"/>
        </a:xfrm>
        <a:prstGeom prst="roundRect">
          <a:avLst/>
        </a:prstGeom>
        <a:solidFill>
          <a:srgbClr val="0070C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87" tIns="0" rIns="254087" bIns="0" numCol="1" spcCol="1270" anchor="ctr" anchorCtr="0">
          <a:noAutofit/>
        </a:bodyPr>
        <a:lstStyle/>
        <a:p>
          <a:pPr marL="0" lvl="0" indent="0" algn="l" defTabSz="533400">
            <a:lnSpc>
              <a:spcPct val="90000"/>
            </a:lnSpc>
            <a:spcBef>
              <a:spcPct val="0"/>
            </a:spcBef>
            <a:spcAft>
              <a:spcPct val="35000"/>
            </a:spcAft>
            <a:buNone/>
          </a:pPr>
          <a:r>
            <a:rPr lang="en-US" sz="1200" b="1" i="0" kern="1200" baseline="0"/>
            <a:t>Multi-turn conversations</a:t>
          </a:r>
          <a:endParaRPr lang="en-US" sz="1200" kern="1200"/>
        </a:p>
      </dsp:txBody>
      <dsp:txXfrm>
        <a:off x="497456" y="1696981"/>
        <a:ext cx="6687706" cy="319654"/>
      </dsp:txXfrm>
    </dsp:sp>
    <dsp:sp modelId="{651E2EFA-777E-47AC-BBC2-FE9EC94023DC}">
      <dsp:nvSpPr>
        <dsp:cNvPr id="0" name=""/>
        <dsp:cNvSpPr/>
      </dsp:nvSpPr>
      <dsp:spPr>
        <a:xfrm>
          <a:off x="0" y="2401127"/>
          <a:ext cx="9603275" cy="302400"/>
        </a:xfrm>
        <a:prstGeom prst="rect">
          <a:avLst/>
        </a:prstGeom>
        <a:solidFill>
          <a:schemeClr val="accent6">
            <a:lumMod val="50000"/>
            <a:alpha val="9000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006CD84-B7AD-4048-B602-AE35AE83B223}">
      <dsp:nvSpPr>
        <dsp:cNvPr id="0" name=""/>
        <dsp:cNvSpPr/>
      </dsp:nvSpPr>
      <dsp:spPr>
        <a:xfrm>
          <a:off x="480163" y="2224007"/>
          <a:ext cx="6722292" cy="354240"/>
        </a:xfrm>
        <a:prstGeom prst="roundRect">
          <a:avLst/>
        </a:prstGeom>
        <a:solidFill>
          <a:srgbClr val="0070C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87" tIns="0" rIns="254087" bIns="0" numCol="1" spcCol="1270" anchor="ctr" anchorCtr="0">
          <a:noAutofit/>
        </a:bodyPr>
        <a:lstStyle/>
        <a:p>
          <a:pPr marL="0" lvl="0" indent="0" algn="l" defTabSz="533400">
            <a:lnSpc>
              <a:spcPct val="90000"/>
            </a:lnSpc>
            <a:spcBef>
              <a:spcPct val="0"/>
            </a:spcBef>
            <a:spcAft>
              <a:spcPct val="35000"/>
            </a:spcAft>
            <a:buNone/>
          </a:pPr>
          <a:r>
            <a:rPr lang="en-US" sz="1200" b="0" i="1" kern="1200" baseline="0" dirty="0"/>
            <a:t>Context tracking</a:t>
          </a:r>
          <a:r>
            <a:rPr lang="en-US" sz="1200" b="0" i="0" kern="1200" baseline="0" dirty="0"/>
            <a:t>: Maintains conversation history to infer intent.</a:t>
          </a:r>
          <a:endParaRPr lang="en-US" sz="1200" kern="1200" dirty="0"/>
        </a:p>
      </dsp:txBody>
      <dsp:txXfrm>
        <a:off x="497456" y="2241300"/>
        <a:ext cx="6687706" cy="319654"/>
      </dsp:txXfrm>
    </dsp:sp>
    <dsp:sp modelId="{E6196131-9E5A-47AF-BCA8-C4BB7D98EAC2}">
      <dsp:nvSpPr>
        <dsp:cNvPr id="0" name=""/>
        <dsp:cNvSpPr/>
      </dsp:nvSpPr>
      <dsp:spPr>
        <a:xfrm>
          <a:off x="0" y="2945447"/>
          <a:ext cx="9603275" cy="302400"/>
        </a:xfrm>
        <a:prstGeom prst="rect">
          <a:avLst/>
        </a:prstGeom>
        <a:solidFill>
          <a:schemeClr val="accent6">
            <a:lumMod val="50000"/>
            <a:alpha val="9000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D4A82FF-476D-4A56-AFC1-6434C6A74886}">
      <dsp:nvSpPr>
        <dsp:cNvPr id="0" name=""/>
        <dsp:cNvSpPr/>
      </dsp:nvSpPr>
      <dsp:spPr>
        <a:xfrm>
          <a:off x="480163" y="2768328"/>
          <a:ext cx="6722292" cy="354240"/>
        </a:xfrm>
        <a:prstGeom prst="roundRect">
          <a:avLst/>
        </a:prstGeom>
        <a:solidFill>
          <a:srgbClr val="0070C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87" tIns="0" rIns="254087" bIns="0" numCol="1" spcCol="1270" anchor="ctr" anchorCtr="0">
          <a:noAutofit/>
        </a:bodyPr>
        <a:lstStyle/>
        <a:p>
          <a:pPr marL="0" lvl="0" indent="0" algn="l" defTabSz="533400">
            <a:lnSpc>
              <a:spcPct val="90000"/>
            </a:lnSpc>
            <a:spcBef>
              <a:spcPct val="0"/>
            </a:spcBef>
            <a:spcAft>
              <a:spcPct val="35000"/>
            </a:spcAft>
            <a:buNone/>
          </a:pPr>
          <a:r>
            <a:rPr lang="en-US" sz="1200" b="0" i="1" kern="1200" baseline="0" dirty="0"/>
            <a:t>Dynamic switching</a:t>
          </a:r>
          <a:r>
            <a:rPr lang="en-US" sz="1200" b="0" i="0" kern="1200" baseline="0" dirty="0"/>
            <a:t>: Switches agents as topics shift mid-conversation.</a:t>
          </a:r>
          <a:endParaRPr lang="en-US" sz="1200" kern="1200" dirty="0"/>
        </a:p>
      </dsp:txBody>
      <dsp:txXfrm>
        <a:off x="497456" y="2785621"/>
        <a:ext cx="6687706" cy="319654"/>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28403" y="945913"/>
            <a:ext cx="8637073" cy="2618554"/>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1128404" y="3564467"/>
            <a:ext cx="8637072" cy="1071095"/>
          </a:xfrm>
        </p:spPr>
        <p:txBody>
          <a:bodyPr tIns="91440" bIns="91440">
            <a:normAutofit/>
          </a:bodyPr>
          <a:lstStyle>
            <a:lvl1pPr marL="0" indent="0" algn="l">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4F93459-D72C-4298-8326-0BF2E32131A9}" type="datetimeFigureOut">
              <a:rPr lang="en-US" smtClean="0"/>
              <a:t>11/26/2025</a:t>
            </a:fld>
            <a:endParaRPr lang="en-US"/>
          </a:p>
        </p:txBody>
      </p:sp>
      <p:sp>
        <p:nvSpPr>
          <p:cNvPr id="5" name="Footer Placeholder 4"/>
          <p:cNvSpPr>
            <a:spLocks noGrp="1"/>
          </p:cNvSpPr>
          <p:nvPr>
            <p:ph type="ftr" sz="quarter" idx="11"/>
          </p:nvPr>
        </p:nvSpPr>
        <p:spPr>
          <a:xfrm>
            <a:off x="1127124" y="329307"/>
            <a:ext cx="5943668" cy="309201"/>
          </a:xfrm>
        </p:spPr>
        <p:txBody>
          <a:bodyPr/>
          <a:lstStyle/>
          <a:p>
            <a:endParaRPr lang="en-US"/>
          </a:p>
        </p:txBody>
      </p:sp>
      <p:sp>
        <p:nvSpPr>
          <p:cNvPr id="6" name="Slide Number Placeholder 5"/>
          <p:cNvSpPr>
            <a:spLocks noGrp="1"/>
          </p:cNvSpPr>
          <p:nvPr>
            <p:ph type="sldNum" sz="quarter" idx="12"/>
          </p:nvPr>
        </p:nvSpPr>
        <p:spPr>
          <a:xfrm>
            <a:off x="9924392" y="134930"/>
            <a:ext cx="811019" cy="503578"/>
          </a:xfrm>
        </p:spPr>
        <p:txBody>
          <a:bodyPr/>
          <a:lstStyle/>
          <a:p>
            <a:fld id="{706C07E9-05E9-4DEC-A32B-EBD632908744}" type="slidenum">
              <a:rPr lang="en-US" smtClean="0"/>
              <a:t>‹#›</a:t>
            </a:fld>
            <a:endParaRPr lang="en-US"/>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29725423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sz="1200"/>
            </a:lvl1pPr>
          </a:lstStyle>
          <a:p>
            <a:fld id="{14F93459-D72C-4298-8326-0BF2E32131A9}" type="datetimeFigureOut">
              <a:rPr lang="en-US" smtClean="0"/>
              <a:t>11/26/2025</a:t>
            </a:fld>
            <a:endParaRPr lang="en-US"/>
          </a:p>
        </p:txBody>
      </p:sp>
      <p:sp>
        <p:nvSpPr>
          <p:cNvPr id="5" name="Footer Placeholder 4"/>
          <p:cNvSpPr>
            <a:spLocks noGrp="1"/>
          </p:cNvSpPr>
          <p:nvPr>
            <p:ph type="ftr" sz="quarter" idx="11"/>
          </p:nvPr>
        </p:nvSpPr>
        <p:spPr/>
        <p:txBody>
          <a:bodyPr/>
          <a:lstStyle>
            <a:lvl1pPr>
              <a:defRPr sz="1200"/>
            </a:lvl1pPr>
          </a:lstStyle>
          <a:p>
            <a:endParaRPr lang="en-US"/>
          </a:p>
        </p:txBody>
      </p:sp>
      <p:sp>
        <p:nvSpPr>
          <p:cNvPr id="6" name="Slide Number Placeholder 5"/>
          <p:cNvSpPr>
            <a:spLocks noGrp="1"/>
          </p:cNvSpPr>
          <p:nvPr>
            <p:ph type="sldNum" sz="quarter" idx="12"/>
          </p:nvPr>
        </p:nvSpPr>
        <p:spPr/>
        <p:txBody>
          <a:bodyPr/>
          <a:lstStyle/>
          <a:p>
            <a:fld id="{706C07E9-05E9-4DEC-A32B-EBD632908744}" type="slidenum">
              <a:rPr lang="en-US" smtClean="0"/>
              <a:t>‹#›</a:t>
            </a:fld>
            <a:endParaRPr lang="en-US"/>
          </a:p>
        </p:txBody>
      </p:sp>
      <p:pic>
        <p:nvPicPr>
          <p:cNvPr id="24" name="Picture 23"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25388137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29167" y="1756129"/>
            <a:ext cx="8619060" cy="2050065"/>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hasCustomPrompt="1"/>
          </p:nvPr>
        </p:nvSpPr>
        <p:spPr>
          <a:xfrm>
            <a:off x="1129166" y="3806195"/>
            <a:ext cx="8619060"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14F93459-D72C-4298-8326-0BF2E32131A9}" type="datetimeFigureOut">
              <a:rPr lang="en-US" smtClean="0"/>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6C07E9-05E9-4DEC-A32B-EBD632908744}" type="slidenum">
              <a:rPr lang="en-US" smtClean="0"/>
              <a:t>‹#›</a:t>
            </a:fld>
            <a:endParaRPr lang="en-US"/>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33046849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131052" y="958037"/>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129166" y="2165621"/>
            <a:ext cx="4645152" cy="32938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095606" y="2171769"/>
            <a:ext cx="4645152" cy="32870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4F93459-D72C-4298-8326-0BF2E32131A9}" type="datetimeFigureOut">
              <a:rPr lang="en-US" smtClean="0"/>
              <a:t>11/26/2025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06C07E9-05E9-4DEC-A32B-EBD632908744}" type="slidenum">
              <a:rPr lang="en-US" smtClean="0"/>
              <a:t>‹#›</a:t>
            </a:fld>
            <a:endParaRPr lang="en-US"/>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42925957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29166" y="953336"/>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29166" y="2169727"/>
            <a:ext cx="4645152" cy="801943"/>
          </a:xfrm>
        </p:spPr>
        <p:txBody>
          <a:bodyPr anchor="b">
            <a:normAutofit/>
          </a:bodyPr>
          <a:lstStyle>
            <a:lvl1pPr marL="0" indent="0">
              <a:lnSpc>
                <a:spcPct val="100000"/>
              </a:lnSpc>
              <a:buNone/>
              <a:defRPr sz="2800" b="0" cap="none"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29166" y="2974448"/>
            <a:ext cx="4645152" cy="24938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4337" y="2173181"/>
            <a:ext cx="4645152" cy="802237"/>
          </a:xfrm>
        </p:spPr>
        <p:txBody>
          <a:bodyPr anchor="b">
            <a:normAutofit/>
          </a:bodyPr>
          <a:lstStyle>
            <a:lvl1pPr marL="0" indent="0">
              <a:lnSpc>
                <a:spcPct val="100000"/>
              </a:lnSpc>
              <a:buNone/>
              <a:defRPr sz="2800" b="0" cap="none"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094337" y="2971669"/>
            <a:ext cx="4645152" cy="2487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4F93459-D72C-4298-8326-0BF2E32131A9}" type="datetimeFigureOut">
              <a:rPr lang="en-US" smtClean="0"/>
              <a:t>11/26/2025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06C07E9-05E9-4DEC-A32B-EBD632908744}" type="slidenum">
              <a:rPr lang="en-US" smtClean="0"/>
              <a:t>‹#›</a:t>
            </a:fld>
            <a:endParaRPr lang="en-US"/>
          </a:p>
        </p:txBody>
      </p:sp>
      <p:pic>
        <p:nvPicPr>
          <p:cNvPr id="18" name="Picture 17"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9318514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4F93459-D72C-4298-8326-0BF2E32131A9}" type="datetimeFigureOut">
              <a:rPr lang="en-US" smtClean="0"/>
              <a:t>11/26/2025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06C07E9-05E9-4DEC-A32B-EBD632908744}" type="slidenum">
              <a:rPr lang="en-US" smtClean="0"/>
              <a:t>‹#›</a:t>
            </a:fld>
            <a:endParaRPr lang="en-US"/>
          </a:p>
        </p:txBody>
      </p:sp>
      <p:pic>
        <p:nvPicPr>
          <p:cNvPr id="14" name="Picture 13"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14304363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F93459-D72C-4298-8326-0BF2E32131A9}" type="datetimeFigureOut">
              <a:rPr lang="en-US" smtClean="0"/>
              <a:t>11/26/2025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06C07E9-05E9-4DEC-A32B-EBD632908744}" type="slidenum">
              <a:rPr lang="en-US" smtClean="0"/>
              <a:t>‹#›</a:t>
            </a:fld>
            <a:endParaRPr lang="en-US"/>
          </a:p>
        </p:txBody>
      </p:sp>
    </p:spTree>
    <p:extLst>
      <p:ext uri="{BB962C8B-B14F-4D97-AF65-F5344CB8AC3E}">
        <p14:creationId xmlns:p14="http://schemas.microsoft.com/office/powerpoint/2010/main" val="6012257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24291" y="952578"/>
            <a:ext cx="3275013" cy="2322176"/>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4723334" y="952578"/>
            <a:ext cx="6012470" cy="4505221"/>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24291" y="3274754"/>
            <a:ext cx="3275013" cy="2178918"/>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4F93459-D72C-4298-8326-0BF2E32131A9}" type="datetimeFigureOut">
              <a:rPr lang="en-US" smtClean="0"/>
              <a:t>11/26/2025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06C07E9-05E9-4DEC-A32B-EBD632908744}" type="slidenum">
              <a:rPr lang="en-US" smtClean="0"/>
              <a:t>‹#›</a:t>
            </a:fld>
            <a:endParaRPr lang="en-US"/>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424490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a:xfrm>
              <a:off x="7477387" y="482170"/>
              <a:ext cx="4074533" cy="5149101"/>
            </a:xfrm>
            <a:prstGeom prst="rect">
              <a:avLst/>
            </a:prstGeom>
            <a:gradFill>
              <a:gsLst>
                <a:gs pos="0">
                  <a:schemeClr val="tx1">
                    <a:lumMod val="85000"/>
                    <a:lumOff val="15000"/>
                  </a:schemeClr>
                </a:gs>
                <a:gs pos="100000">
                  <a:schemeClr val="tx1">
                    <a:lumMod val="95000"/>
                    <a:lumOff val="5000"/>
                  </a:schemeClr>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14300" prst="artDeco"/>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129124" y="1129513"/>
            <a:ext cx="5854872" cy="1924208"/>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28247" y="3053721"/>
            <a:ext cx="5846486" cy="2096013"/>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125300" y="5469856"/>
            <a:ext cx="5849605" cy="320123"/>
          </a:xfrm>
        </p:spPr>
        <p:txBody>
          <a:bodyPr/>
          <a:lstStyle>
            <a:lvl1pPr algn="l">
              <a:defRPr/>
            </a:lvl1pPr>
          </a:lstStyle>
          <a:p>
            <a:fld id="{14F93459-D72C-4298-8326-0BF2E32131A9}" type="datetimeFigureOut">
              <a:rPr lang="en-US" smtClean="0"/>
              <a:t>11/26/2025</a:t>
            </a:fld>
            <a:endParaRPr lang="en-US"/>
          </a:p>
        </p:txBody>
      </p:sp>
      <p:sp>
        <p:nvSpPr>
          <p:cNvPr id="6" name="Footer Placeholder 5"/>
          <p:cNvSpPr>
            <a:spLocks noGrp="1"/>
          </p:cNvSpPr>
          <p:nvPr>
            <p:ph type="ftr" sz="quarter" idx="11"/>
          </p:nvPr>
        </p:nvSpPr>
        <p:spPr>
          <a:xfrm>
            <a:off x="1125300" y="318640"/>
            <a:ext cx="4877818" cy="320931"/>
          </a:xfrm>
        </p:spPr>
        <p:txBody>
          <a:bodyPr/>
          <a:lstStyle/>
          <a:p>
            <a:endParaRPr lang="en-US"/>
          </a:p>
        </p:txBody>
      </p:sp>
      <p:sp>
        <p:nvSpPr>
          <p:cNvPr id="7" name="Slide Number Placeholder 6"/>
          <p:cNvSpPr>
            <a:spLocks noGrp="1"/>
          </p:cNvSpPr>
          <p:nvPr>
            <p:ph type="sldNum" sz="quarter" idx="12"/>
          </p:nvPr>
        </p:nvSpPr>
        <p:spPr>
          <a:xfrm>
            <a:off x="6176794" y="137408"/>
            <a:ext cx="811019" cy="503578"/>
          </a:xfrm>
        </p:spPr>
        <p:txBody>
          <a:bodyPr/>
          <a:lstStyle/>
          <a:p>
            <a:fld id="{706C07E9-05E9-4DEC-A32B-EBD632908744}" type="slidenum">
              <a:rPr lang="en-US" smtClean="0"/>
              <a:t>‹#›</a:t>
            </a:fld>
            <a:endParaRPr lang="en-US"/>
          </a:p>
        </p:txBody>
      </p:sp>
      <p:pic>
        <p:nvPicPr>
          <p:cNvPr id="22" name="Picture 21"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6" t="474" r="48549" b="36564"/>
          <a:stretch/>
        </p:blipFill>
        <p:spPr>
          <a:xfrm>
            <a:off x="1125460" y="643464"/>
            <a:ext cx="5879592" cy="155448"/>
          </a:xfrm>
          <a:prstGeom prst="rect">
            <a:avLst/>
          </a:prstGeom>
          <a:noFill/>
          <a:ln>
            <a:noFill/>
          </a:ln>
        </p:spPr>
      </p:pic>
    </p:spTree>
    <p:extLst>
      <p:ext uri="{BB962C8B-B14F-4D97-AF65-F5344CB8AC3E}">
        <p14:creationId xmlns:p14="http://schemas.microsoft.com/office/powerpoint/2010/main" val="15702487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F93459-D72C-4298-8326-0BF2E32131A9}" type="datetimeFigureOut">
              <a:rPr lang="en-US" smtClean="0"/>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6C07E9-05E9-4DEC-A32B-EBD632908744}" type="slidenum">
              <a:rPr lang="en-US" smtClean="0"/>
              <a:t>‹#›</a:t>
            </a:fld>
            <a:endParaRPr lang="en-US"/>
          </a:p>
        </p:txBody>
      </p:sp>
      <p:pic>
        <p:nvPicPr>
          <p:cNvPr id="15" name="Picture 14"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38127154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4709"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130270"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F93459-D72C-4298-8326-0BF2E32131A9}" type="datetimeFigureOut">
              <a:rPr lang="en-US" smtClean="0"/>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6C07E9-05E9-4DEC-A32B-EBD632908744}" type="slidenum">
              <a:rPr lang="en-US" smtClean="0"/>
              <a:t>‹#›</a:t>
            </a:fld>
            <a:endParaRPr lang="en-US"/>
          </a:p>
        </p:txBody>
      </p:sp>
      <p:pic>
        <p:nvPicPr>
          <p:cNvPr id="17" name="Picture 16"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59215" b="36435"/>
          <a:stretch/>
        </p:blipFill>
        <p:spPr>
          <a:xfrm rot="5400000">
            <a:off x="8642279" y="3046916"/>
            <a:ext cx="4663440" cy="155448"/>
          </a:xfrm>
          <a:prstGeom prst="rect">
            <a:avLst/>
          </a:prstGeom>
          <a:noFill/>
          <a:ln>
            <a:noFill/>
          </a:ln>
        </p:spPr>
      </p:pic>
    </p:spTree>
    <p:extLst>
      <p:ext uri="{BB962C8B-B14F-4D97-AF65-F5344CB8AC3E}">
        <p14:creationId xmlns:p14="http://schemas.microsoft.com/office/powerpoint/2010/main" val="755693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2" name="Picture 11"/>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a:xfrm>
            <a:off x="0" y="6119336"/>
            <a:ext cx="12192000" cy="742950"/>
          </a:xfrm>
          <a:prstGeom prst="rect">
            <a:avLst/>
          </a:prstGeom>
        </p:spPr>
      </p:pic>
      <p:sp>
        <p:nvSpPr>
          <p:cNvPr id="13" name="Rectangle 12"/>
          <p:cNvSpPr/>
          <p:nvPr/>
        </p:nvSpPr>
        <p:spPr>
          <a:xfrm>
            <a:off x="0" y="468769"/>
            <a:ext cx="12192000" cy="5647024"/>
          </a:xfrm>
          <a:prstGeom prst="rect">
            <a:avLst/>
          </a:prstGeom>
          <a:gradFill flip="none" rotWithShape="1">
            <a:gsLst>
              <a:gs pos="0">
                <a:schemeClr val="bg2">
                  <a:alpha val="0"/>
                  <a:lumMod val="100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4" name="Straight Connector 13"/>
          <p:cNvCxnSpPr/>
          <p:nvPr/>
        </p:nvCxnSpPr>
        <p:spPr>
          <a:xfrm>
            <a:off x="0" y="6121269"/>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1130270" y="953324"/>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130270" y="2171769"/>
            <a:ext cx="9603275" cy="329457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32830" y="330370"/>
            <a:ext cx="2515396"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14F93459-D72C-4298-8326-0BF2E32131A9}" type="datetimeFigureOut">
              <a:rPr lang="en-US" smtClean="0"/>
              <a:t>11/26/2025</a:t>
            </a:fld>
            <a:endParaRPr lang="en-US"/>
          </a:p>
        </p:txBody>
      </p:sp>
      <p:sp>
        <p:nvSpPr>
          <p:cNvPr id="5" name="Footer Placeholder 4"/>
          <p:cNvSpPr>
            <a:spLocks noGrp="1"/>
          </p:cNvSpPr>
          <p:nvPr>
            <p:ph type="ftr" sz="quarter" idx="3"/>
          </p:nvPr>
        </p:nvSpPr>
        <p:spPr>
          <a:xfrm>
            <a:off x="1130270"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9918076" y="137408"/>
            <a:ext cx="811019" cy="503578"/>
          </a:xfrm>
          <a:prstGeom prst="rect">
            <a:avLst/>
          </a:prstGeom>
        </p:spPr>
        <p:txBody>
          <a:bodyPr vert="horz" lIns="91440" tIns="45720" rIns="91440" bIns="45720" rtlCol="0" anchor="t"/>
          <a:lstStyle>
            <a:lvl1pPr algn="r">
              <a:defRPr sz="2800">
                <a:solidFill>
                  <a:schemeClr val="accent1"/>
                </a:solidFill>
              </a:defRPr>
            </a:lvl1pPr>
          </a:lstStyle>
          <a:p>
            <a:fld id="{706C07E9-05E9-4DEC-A32B-EBD632908744}" type="slidenum">
              <a:rPr lang="en-US" smtClean="0"/>
              <a:t>‹#›</a:t>
            </a:fld>
            <a:endParaRPr lang="en-US"/>
          </a:p>
        </p:txBody>
      </p:sp>
    </p:spTree>
    <p:extLst>
      <p:ext uri="{BB962C8B-B14F-4D97-AF65-F5344CB8AC3E}">
        <p14:creationId xmlns:p14="http://schemas.microsoft.com/office/powerpoint/2010/main" val="2803780375"/>
      </p:ext>
    </p:extLst>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Lst>
  <p:txStyles>
    <p:titleStyle>
      <a:lvl1pPr algn="l" defTabSz="914400" rtl="0" eaLnBrk="1" latinLnBrk="0" hangingPunct="1">
        <a:lnSpc>
          <a:spcPct val="90000"/>
        </a:lnSpc>
        <a:spcBef>
          <a:spcPct val="0"/>
        </a:spcBef>
        <a:buNone/>
        <a:defRPr sz="3200" b="0" i="0" kern="1200" cap="none">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learn.microsoft.com/en-us/training/modules/develop-ai-agent-azure/"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FB93C-6CBD-14D7-1D08-FC0E599C37AC}"/>
              </a:ext>
            </a:extLst>
          </p:cNvPr>
          <p:cNvSpPr>
            <a:spLocks noGrp="1"/>
          </p:cNvSpPr>
          <p:nvPr>
            <p:ph type="ctrTitle"/>
          </p:nvPr>
        </p:nvSpPr>
        <p:spPr/>
        <p:txBody>
          <a:bodyPr>
            <a:normAutofit/>
          </a:bodyPr>
          <a:lstStyle/>
          <a:p>
            <a:r>
              <a:rPr lang="en-US" sz="3600" b="1" dirty="0">
                <a:solidFill>
                  <a:srgbClr val="0070C0"/>
                </a:solidFill>
              </a:rPr>
              <a:t> </a:t>
            </a:r>
            <a:r>
              <a:rPr lang="en-US" sz="3600" b="1" dirty="0">
                <a:solidFill>
                  <a:srgbClr val="0070C0"/>
                </a:solidFill>
                <a:hlinkClick r:id="rId2">
                  <a:extLst>
                    <a:ext uri="{A12FA001-AC4F-418D-AE19-62706E023703}">
                      <ahyp:hlinkClr xmlns:ahyp="http://schemas.microsoft.com/office/drawing/2018/hyperlinkcolor" val="tx"/>
                    </a:ext>
                  </a:extLst>
                </a:hlinkClick>
              </a:rPr>
              <a:t>Develop an AI agent with Azure AI Foundry Agent Service </a:t>
            </a:r>
            <a:endParaRPr lang="en-US" sz="3600" b="1" dirty="0">
              <a:solidFill>
                <a:srgbClr val="0070C0"/>
              </a:solidFill>
            </a:endParaRPr>
          </a:p>
        </p:txBody>
      </p:sp>
      <p:sp>
        <p:nvSpPr>
          <p:cNvPr id="3" name="Subtitle 2">
            <a:extLst>
              <a:ext uri="{FF2B5EF4-FFF2-40B4-BE49-F238E27FC236}">
                <a16:creationId xmlns:a16="http://schemas.microsoft.com/office/drawing/2014/main" id="{AFED15F2-BDD7-0A88-6458-7A0E54B5640A}"/>
              </a:ext>
            </a:extLst>
          </p:cNvPr>
          <p:cNvSpPr>
            <a:spLocks noGrp="1"/>
          </p:cNvSpPr>
          <p:nvPr>
            <p:ph type="subTitle" idx="1"/>
          </p:nvPr>
        </p:nvSpPr>
        <p:spPr>
          <a:xfrm>
            <a:off x="1128403" y="3940984"/>
            <a:ext cx="8637072" cy="1071095"/>
          </a:xfrm>
        </p:spPr>
        <p:txBody>
          <a:bodyPr/>
          <a:lstStyle/>
          <a:p>
            <a:r>
              <a:rPr lang="en-US" dirty="0"/>
              <a:t>Module-2</a:t>
            </a:r>
          </a:p>
        </p:txBody>
      </p:sp>
    </p:spTree>
    <p:extLst>
      <p:ext uri="{BB962C8B-B14F-4D97-AF65-F5344CB8AC3E}">
        <p14:creationId xmlns:p14="http://schemas.microsoft.com/office/powerpoint/2010/main" val="2529932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D8395-7794-FA63-7D27-DCC1B4F2516E}"/>
              </a:ext>
            </a:extLst>
          </p:cNvPr>
          <p:cNvSpPr>
            <a:spLocks noGrp="1"/>
          </p:cNvSpPr>
          <p:nvPr>
            <p:ph type="title"/>
          </p:nvPr>
        </p:nvSpPr>
        <p:spPr/>
        <p:txBody>
          <a:bodyPr/>
          <a:lstStyle/>
          <a:p>
            <a:r>
              <a:rPr lang="en-US" b="1" dirty="0"/>
              <a:t>Introduction</a:t>
            </a:r>
            <a:br>
              <a:rPr lang="en-US" b="1" dirty="0"/>
            </a:br>
            <a:endParaRPr lang="en-US" dirty="0"/>
          </a:p>
        </p:txBody>
      </p:sp>
      <p:pic>
        <p:nvPicPr>
          <p:cNvPr id="5" name="Content Placeholder 4">
            <a:extLst>
              <a:ext uri="{FF2B5EF4-FFF2-40B4-BE49-F238E27FC236}">
                <a16:creationId xmlns:a16="http://schemas.microsoft.com/office/drawing/2014/main" id="{93F885D1-BE14-32AB-18CC-C2779F456E3D}"/>
              </a:ext>
            </a:extLst>
          </p:cNvPr>
          <p:cNvPicPr>
            <a:picLocks noGrp="1" noChangeAspect="1"/>
          </p:cNvPicPr>
          <p:nvPr>
            <p:ph idx="1"/>
          </p:nvPr>
        </p:nvPicPr>
        <p:blipFill>
          <a:blip r:embed="rId2"/>
          <a:stretch>
            <a:fillRect/>
          </a:stretch>
        </p:blipFill>
        <p:spPr>
          <a:xfrm>
            <a:off x="0" y="1380565"/>
            <a:ext cx="10281895" cy="4753897"/>
          </a:xfrm>
        </p:spPr>
      </p:pic>
    </p:spTree>
    <p:extLst>
      <p:ext uri="{BB962C8B-B14F-4D97-AF65-F5344CB8AC3E}">
        <p14:creationId xmlns:p14="http://schemas.microsoft.com/office/powerpoint/2010/main" val="22972883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03F99-59AD-9BFF-D23D-25ECFFCFF011}"/>
              </a:ext>
            </a:extLst>
          </p:cNvPr>
          <p:cNvSpPr>
            <a:spLocks noGrp="1"/>
          </p:cNvSpPr>
          <p:nvPr>
            <p:ph type="title"/>
          </p:nvPr>
        </p:nvSpPr>
        <p:spPr/>
        <p:txBody>
          <a:bodyPr/>
          <a:lstStyle/>
          <a:p>
            <a:r>
              <a:rPr lang="en-US" b="1" dirty="0">
                <a:solidFill>
                  <a:srgbClr val="0070C0"/>
                </a:solidFill>
              </a:rPr>
              <a:t>How to use Azure AI Foundry Agent Service</a:t>
            </a:r>
            <a:br>
              <a:rPr lang="en-US" b="1" dirty="0">
                <a:solidFill>
                  <a:srgbClr val="0070C0"/>
                </a:solidFill>
              </a:rPr>
            </a:br>
            <a:endParaRPr lang="en-US" dirty="0">
              <a:solidFill>
                <a:srgbClr val="0070C0"/>
              </a:solidFill>
            </a:endParaRPr>
          </a:p>
        </p:txBody>
      </p:sp>
      <p:sp>
        <p:nvSpPr>
          <p:cNvPr id="3" name="Content Placeholder 2">
            <a:extLst>
              <a:ext uri="{FF2B5EF4-FFF2-40B4-BE49-F238E27FC236}">
                <a16:creationId xmlns:a16="http://schemas.microsoft.com/office/drawing/2014/main" id="{D056E46F-E721-389E-89CA-08BDECED4D95}"/>
              </a:ext>
            </a:extLst>
          </p:cNvPr>
          <p:cNvSpPr>
            <a:spLocks noGrp="1"/>
          </p:cNvSpPr>
          <p:nvPr>
            <p:ph idx="1"/>
          </p:nvPr>
        </p:nvSpPr>
        <p:spPr>
          <a:xfrm>
            <a:off x="1130270" y="2171769"/>
            <a:ext cx="8004765" cy="3294576"/>
          </a:xfrm>
        </p:spPr>
        <p:txBody>
          <a:bodyPr>
            <a:normAutofit lnSpcReduction="10000"/>
          </a:bodyPr>
          <a:lstStyle/>
          <a:p>
            <a:r>
              <a:rPr lang="en-US" dirty="0">
                <a:solidFill>
                  <a:schemeClr val="tx1">
                    <a:lumMod val="95000"/>
                    <a:lumOff val="5000"/>
                  </a:schemeClr>
                </a:solidFill>
              </a:rPr>
              <a:t>Answer questions using real-time or proprietary data sources.</a:t>
            </a:r>
          </a:p>
          <a:p>
            <a:r>
              <a:rPr lang="en-US" dirty="0">
                <a:solidFill>
                  <a:schemeClr val="tx1">
                    <a:lumMod val="95000"/>
                    <a:lumOff val="5000"/>
                  </a:schemeClr>
                </a:solidFill>
              </a:rPr>
              <a:t>Make decisions and perform actions based on user inputs.</a:t>
            </a:r>
          </a:p>
          <a:p>
            <a:r>
              <a:rPr lang="en-US" dirty="0">
                <a:solidFill>
                  <a:schemeClr val="tx1">
                    <a:lumMod val="95000"/>
                    <a:lumOff val="5000"/>
                  </a:schemeClr>
                </a:solidFill>
              </a:rPr>
              <a:t>Automate complex workflows by combining generative AI models with tools that interact with real-world data.</a:t>
            </a:r>
          </a:p>
          <a:p>
            <a:r>
              <a:rPr lang="en-US" dirty="0">
                <a:solidFill>
                  <a:schemeClr val="tx1">
                    <a:lumMod val="95000"/>
                    <a:lumOff val="5000"/>
                  </a:schemeClr>
                </a:solidFill>
              </a:rPr>
              <a:t>For example, an AI agent can be created to generate reports, analyze data, or even interact with users through apps or chatbots, making it suitable for customer support, data analysis, and automated reporting.</a:t>
            </a:r>
          </a:p>
          <a:p>
            <a:endParaRPr lang="en-US" dirty="0"/>
          </a:p>
        </p:txBody>
      </p:sp>
    </p:spTree>
    <p:extLst>
      <p:ext uri="{BB962C8B-B14F-4D97-AF65-F5344CB8AC3E}">
        <p14:creationId xmlns:p14="http://schemas.microsoft.com/office/powerpoint/2010/main" val="4164572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75A19B-B2C3-D4E2-DCAC-DDEAF4314455}"/>
            </a:ext>
          </a:extLst>
        </p:cNvPr>
        <p:cNvGrpSpPr/>
        <p:nvPr/>
      </p:nvGrpSpPr>
      <p:grpSpPr>
        <a:xfrm>
          <a:off x="0" y="0"/>
          <a:ext cx="0" cy="0"/>
          <a:chOff x="0" y="0"/>
          <a:chExt cx="0" cy="0"/>
        </a:xfrm>
      </p:grpSpPr>
      <p:pic>
        <p:nvPicPr>
          <p:cNvPr id="1026" name="Picture 2" descr="Diagram showing the basic setup of Foundry Agent Service resources.">
            <a:extLst>
              <a:ext uri="{FF2B5EF4-FFF2-40B4-BE49-F238E27FC236}">
                <a16:creationId xmlns:a16="http://schemas.microsoft.com/office/drawing/2014/main" id="{1CA4A264-F106-81AC-3813-1A7EB5A02C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2009" y="894927"/>
            <a:ext cx="3479692" cy="436857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Diagram showing the standard setup of Foundry Agent Service resources.">
            <a:extLst>
              <a:ext uri="{FF2B5EF4-FFF2-40B4-BE49-F238E27FC236}">
                <a16:creationId xmlns:a16="http://schemas.microsoft.com/office/drawing/2014/main" id="{21CBE67F-2FD8-AD5B-6B56-F8FE15A110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98894" y="894927"/>
            <a:ext cx="6096602" cy="43685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37703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04066-968E-1D38-8949-CA25DA7A2697}"/>
              </a:ext>
            </a:extLst>
          </p:cNvPr>
          <p:cNvSpPr>
            <a:spLocks noGrp="1"/>
          </p:cNvSpPr>
          <p:nvPr>
            <p:ph type="title"/>
          </p:nvPr>
        </p:nvSpPr>
        <p:spPr/>
        <p:txBody>
          <a:bodyPr/>
          <a:lstStyle/>
          <a:p>
            <a:r>
              <a:rPr lang="en-US" b="1" dirty="0"/>
              <a:t>Use Case: Analyze data and Create Charts</a:t>
            </a:r>
          </a:p>
        </p:txBody>
      </p:sp>
      <p:graphicFrame>
        <p:nvGraphicFramePr>
          <p:cNvPr id="4" name="Content Placeholder 3">
            <a:extLst>
              <a:ext uri="{FF2B5EF4-FFF2-40B4-BE49-F238E27FC236}">
                <a16:creationId xmlns:a16="http://schemas.microsoft.com/office/drawing/2014/main" id="{6ED6ABBB-18F5-5873-726C-CDEFB64652B5}"/>
              </a:ext>
            </a:extLst>
          </p:cNvPr>
          <p:cNvGraphicFramePr>
            <a:graphicFrameLocks noGrp="1"/>
          </p:cNvGraphicFramePr>
          <p:nvPr>
            <p:ph idx="1"/>
            <p:extLst>
              <p:ext uri="{D42A27DB-BD31-4B8C-83A1-F6EECF244321}">
                <p14:modId xmlns:p14="http://schemas.microsoft.com/office/powerpoint/2010/main" val="2211452452"/>
              </p:ext>
            </p:extLst>
          </p:nvPr>
        </p:nvGraphicFramePr>
        <p:xfrm>
          <a:off x="3066676" y="2501900"/>
          <a:ext cx="4562288" cy="1854200"/>
        </p:xfrm>
        <a:graphic>
          <a:graphicData uri="http://schemas.openxmlformats.org/drawingml/2006/table">
            <a:tbl>
              <a:tblPr firstRow="1" bandRow="1">
                <a:tableStyleId>{D03447BB-5D67-496B-8E87-E561075AD55C}</a:tableStyleId>
              </a:tblPr>
              <a:tblGrid>
                <a:gridCol w="2652806">
                  <a:extLst>
                    <a:ext uri="{9D8B030D-6E8A-4147-A177-3AD203B41FA5}">
                      <a16:colId xmlns:a16="http://schemas.microsoft.com/office/drawing/2014/main" val="742878397"/>
                    </a:ext>
                  </a:extLst>
                </a:gridCol>
                <a:gridCol w="1909482">
                  <a:extLst>
                    <a:ext uri="{9D8B030D-6E8A-4147-A177-3AD203B41FA5}">
                      <a16:colId xmlns:a16="http://schemas.microsoft.com/office/drawing/2014/main" val="2069064382"/>
                    </a:ext>
                  </a:extLst>
                </a:gridCol>
              </a:tblGrid>
              <a:tr h="370840">
                <a:tc>
                  <a:txBody>
                    <a:bodyPr/>
                    <a:lstStyle/>
                    <a:p>
                      <a:pPr algn="ctr"/>
                      <a:r>
                        <a:rPr lang="en-US" dirty="0"/>
                        <a:t>Category</a:t>
                      </a:r>
                    </a:p>
                  </a:txBody>
                  <a:tcPr/>
                </a:tc>
                <a:tc>
                  <a:txBody>
                    <a:bodyPr/>
                    <a:lstStyle/>
                    <a:p>
                      <a:pPr algn="ctr"/>
                      <a:r>
                        <a:rPr lang="en-US" dirty="0"/>
                        <a:t>Cost</a:t>
                      </a:r>
                    </a:p>
                  </a:txBody>
                  <a:tcPr/>
                </a:tc>
                <a:extLst>
                  <a:ext uri="{0D108BD9-81ED-4DB2-BD59-A6C34878D82A}">
                    <a16:rowId xmlns:a16="http://schemas.microsoft.com/office/drawing/2014/main" val="39132783"/>
                  </a:ext>
                </a:extLst>
              </a:tr>
              <a:tr h="370840">
                <a:tc>
                  <a:txBody>
                    <a:bodyPr/>
                    <a:lstStyle/>
                    <a:p>
                      <a:pPr algn="ctr"/>
                      <a:r>
                        <a:rPr lang="en-US" dirty="0"/>
                        <a:t>Accommodation</a:t>
                      </a:r>
                    </a:p>
                  </a:txBody>
                  <a:tcPr/>
                </a:tc>
                <a:tc>
                  <a:txBody>
                    <a:bodyPr/>
                    <a:lstStyle/>
                    <a:p>
                      <a:pPr algn="ctr"/>
                      <a:r>
                        <a:rPr lang="en-US" dirty="0"/>
                        <a:t>674.56</a:t>
                      </a:r>
                    </a:p>
                  </a:txBody>
                  <a:tcPr/>
                </a:tc>
                <a:extLst>
                  <a:ext uri="{0D108BD9-81ED-4DB2-BD59-A6C34878D82A}">
                    <a16:rowId xmlns:a16="http://schemas.microsoft.com/office/drawing/2014/main" val="630333713"/>
                  </a:ext>
                </a:extLst>
              </a:tr>
              <a:tr h="370840">
                <a:tc>
                  <a:txBody>
                    <a:bodyPr/>
                    <a:lstStyle/>
                    <a:p>
                      <a:pPr algn="ctr"/>
                      <a:r>
                        <a:rPr lang="en-US" dirty="0"/>
                        <a:t>Transportation</a:t>
                      </a:r>
                    </a:p>
                  </a:txBody>
                  <a:tcPr/>
                </a:tc>
                <a:tc>
                  <a:txBody>
                    <a:bodyPr/>
                    <a:lstStyle/>
                    <a:p>
                      <a:pPr algn="ctr"/>
                      <a:r>
                        <a:rPr lang="en-US" dirty="0"/>
                        <a:t>2301.00</a:t>
                      </a:r>
                    </a:p>
                  </a:txBody>
                  <a:tcPr/>
                </a:tc>
                <a:extLst>
                  <a:ext uri="{0D108BD9-81ED-4DB2-BD59-A6C34878D82A}">
                    <a16:rowId xmlns:a16="http://schemas.microsoft.com/office/drawing/2014/main" val="3941272592"/>
                  </a:ext>
                </a:extLst>
              </a:tr>
              <a:tr h="370840">
                <a:tc>
                  <a:txBody>
                    <a:bodyPr/>
                    <a:lstStyle/>
                    <a:p>
                      <a:pPr algn="ctr"/>
                      <a:r>
                        <a:rPr lang="en-US" dirty="0"/>
                        <a:t>Meals</a:t>
                      </a:r>
                    </a:p>
                  </a:txBody>
                  <a:tcPr/>
                </a:tc>
                <a:tc>
                  <a:txBody>
                    <a:bodyPr/>
                    <a:lstStyle/>
                    <a:p>
                      <a:pPr algn="ctr"/>
                      <a:r>
                        <a:rPr lang="en-US" dirty="0"/>
                        <a:t>267.89</a:t>
                      </a:r>
                    </a:p>
                  </a:txBody>
                  <a:tcPr/>
                </a:tc>
                <a:extLst>
                  <a:ext uri="{0D108BD9-81ED-4DB2-BD59-A6C34878D82A}">
                    <a16:rowId xmlns:a16="http://schemas.microsoft.com/office/drawing/2014/main" val="1571568447"/>
                  </a:ext>
                </a:extLst>
              </a:tr>
              <a:tr h="370840">
                <a:tc>
                  <a:txBody>
                    <a:bodyPr/>
                    <a:lstStyle/>
                    <a:p>
                      <a:pPr algn="ctr"/>
                      <a:r>
                        <a:rPr lang="en-US" dirty="0"/>
                        <a:t>Misc.</a:t>
                      </a:r>
                    </a:p>
                  </a:txBody>
                  <a:tcPr/>
                </a:tc>
                <a:tc>
                  <a:txBody>
                    <a:bodyPr/>
                    <a:lstStyle/>
                    <a:p>
                      <a:pPr algn="ctr"/>
                      <a:r>
                        <a:rPr lang="en-US" dirty="0"/>
                        <a:t>34.50</a:t>
                      </a:r>
                    </a:p>
                  </a:txBody>
                  <a:tcPr/>
                </a:tc>
                <a:extLst>
                  <a:ext uri="{0D108BD9-81ED-4DB2-BD59-A6C34878D82A}">
                    <a16:rowId xmlns:a16="http://schemas.microsoft.com/office/drawing/2014/main" val="2182151268"/>
                  </a:ext>
                </a:extLst>
              </a:tr>
            </a:tbl>
          </a:graphicData>
        </a:graphic>
      </p:graphicFrame>
    </p:spTree>
    <p:extLst>
      <p:ext uri="{BB962C8B-B14F-4D97-AF65-F5344CB8AC3E}">
        <p14:creationId xmlns:p14="http://schemas.microsoft.com/office/powerpoint/2010/main" val="6178169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83DD4-33DB-79E0-16E7-6DF290DC002E}"/>
              </a:ext>
            </a:extLst>
          </p:cNvPr>
          <p:cNvSpPr>
            <a:spLocks noGrp="1"/>
          </p:cNvSpPr>
          <p:nvPr>
            <p:ph type="title"/>
          </p:nvPr>
        </p:nvSpPr>
        <p:spPr/>
        <p:txBody>
          <a:bodyPr/>
          <a:lstStyle/>
          <a:p>
            <a:r>
              <a:rPr lang="en-US" b="1" dirty="0"/>
              <a:t>Module-3</a:t>
            </a:r>
            <a:r>
              <a:rPr lang="en-US" dirty="0"/>
              <a:t>: </a:t>
            </a:r>
            <a:r>
              <a:rPr lang="en-US" b="1" dirty="0"/>
              <a:t>Integrate custom tools into your agent</a:t>
            </a:r>
            <a:br>
              <a:rPr lang="en-US" b="1" dirty="0"/>
            </a:br>
            <a:endParaRPr lang="en-US" dirty="0"/>
          </a:p>
        </p:txBody>
      </p:sp>
      <p:sp>
        <p:nvSpPr>
          <p:cNvPr id="3" name="Content Placeholder 2">
            <a:extLst>
              <a:ext uri="{FF2B5EF4-FFF2-40B4-BE49-F238E27FC236}">
                <a16:creationId xmlns:a16="http://schemas.microsoft.com/office/drawing/2014/main" id="{C5BDE778-66FA-059E-84C3-B7233C05B424}"/>
              </a:ext>
            </a:extLst>
          </p:cNvPr>
          <p:cNvSpPr>
            <a:spLocks noGrp="1"/>
          </p:cNvSpPr>
          <p:nvPr>
            <p:ph idx="1"/>
          </p:nvPr>
        </p:nvSpPr>
        <p:spPr/>
        <p:txBody>
          <a:bodyPr/>
          <a:lstStyle/>
          <a:p>
            <a:pPr marL="0" indent="0">
              <a:buNone/>
            </a:pPr>
            <a:r>
              <a:rPr lang="en-US" b="1" dirty="0"/>
              <a:t>Learning objectives</a:t>
            </a:r>
            <a:endParaRPr lang="en-US" dirty="0"/>
          </a:p>
          <a:p>
            <a:r>
              <a:rPr lang="en-US" dirty="0"/>
              <a:t>Describe the benefits of using custom tools with your agent.</a:t>
            </a:r>
          </a:p>
          <a:p>
            <a:r>
              <a:rPr lang="en-US" dirty="0"/>
              <a:t>Explore the different options for custom tools.</a:t>
            </a:r>
          </a:p>
          <a:p>
            <a:r>
              <a:rPr lang="en-US" dirty="0"/>
              <a:t>Build an agent that integrates custom tools using the Azure AI Foundry Agent Service.</a:t>
            </a:r>
          </a:p>
          <a:p>
            <a:endParaRPr lang="en-US" dirty="0"/>
          </a:p>
        </p:txBody>
      </p:sp>
    </p:spTree>
    <p:extLst>
      <p:ext uri="{BB962C8B-B14F-4D97-AF65-F5344CB8AC3E}">
        <p14:creationId xmlns:p14="http://schemas.microsoft.com/office/powerpoint/2010/main" val="4220450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3CFDC-1A09-2E09-F4E6-83BBBC74439B}"/>
              </a:ext>
            </a:extLst>
          </p:cNvPr>
          <p:cNvSpPr>
            <a:spLocks noGrp="1"/>
          </p:cNvSpPr>
          <p:nvPr>
            <p:ph type="title"/>
          </p:nvPr>
        </p:nvSpPr>
        <p:spPr/>
        <p:txBody>
          <a:bodyPr/>
          <a:lstStyle/>
          <a:p>
            <a:r>
              <a:rPr lang="en-US" b="1" dirty="0"/>
              <a:t>Introduction</a:t>
            </a:r>
            <a:br>
              <a:rPr lang="en-US" b="1" dirty="0"/>
            </a:br>
            <a:endParaRPr lang="en-US" dirty="0"/>
          </a:p>
        </p:txBody>
      </p:sp>
      <p:sp>
        <p:nvSpPr>
          <p:cNvPr id="4" name="Rectangle 1">
            <a:extLst>
              <a:ext uri="{FF2B5EF4-FFF2-40B4-BE49-F238E27FC236}">
                <a16:creationId xmlns:a16="http://schemas.microsoft.com/office/drawing/2014/main" id="{3C9277CA-2CD2-E7E4-3C82-4D0ED2D74B6A}"/>
              </a:ext>
            </a:extLst>
          </p:cNvPr>
          <p:cNvSpPr>
            <a:spLocks noGrp="1" noChangeArrowheads="1"/>
          </p:cNvSpPr>
          <p:nvPr>
            <p:ph idx="1"/>
          </p:nvPr>
        </p:nvSpPr>
        <p:spPr bwMode="auto">
          <a:xfrm>
            <a:off x="1130270" y="2603341"/>
            <a:ext cx="11056104" cy="24314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Empower non-ML experts to build powerful AI agents</a:t>
            </a:r>
            <a:endParaRPr lang="en-US" altLang="en-US" sz="1800" dirty="0">
              <a:latin typeface="Arial" panose="020B0604020202020204" pitchFamily="34" charset="0"/>
            </a:endParaRPr>
          </a:p>
          <a:p>
            <a:pPr marL="457200" lvl="1" indent="0" eaLnBrk="0" fontAlgn="base" hangingPunct="0">
              <a:lnSpc>
                <a:spcPct val="100000"/>
              </a:lnSpc>
              <a:spcBef>
                <a:spcPct val="0"/>
              </a:spcBef>
              <a:spcAft>
                <a:spcPct val="0"/>
              </a:spcAft>
              <a:buClrTx/>
              <a:buSzTx/>
              <a:buFontTx/>
              <a:buChar char="•"/>
            </a:pPr>
            <a:r>
              <a:rPr kumimoji="0" lang="en-US" altLang="en-US" sz="1600" b="0" i="0" u="none" strike="noStrike" cap="none" normalizeH="0" baseline="0" dirty="0">
                <a:ln>
                  <a:noFill/>
                </a:ln>
                <a:solidFill>
                  <a:schemeClr val="tx1"/>
                </a:solidFill>
                <a:effectLst/>
                <a:latin typeface="Arial" panose="020B0604020202020204" pitchFamily="34" charset="0"/>
              </a:rPr>
              <a:t>using Azure AI Foundry Agent Service’s no-code/low-code capabilities and built-in tools.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Extend agent functionality with custom tools</a:t>
            </a:r>
            <a:endParaRPr lang="en-US" altLang="en-US" sz="1800" dirty="0">
              <a:latin typeface="Arial" panose="020B0604020202020204" pitchFamily="34" charset="0"/>
            </a:endParaRPr>
          </a:p>
          <a:p>
            <a:pPr marL="457200" lvl="1" indent="0" eaLnBrk="0" fontAlgn="base" hangingPunct="0">
              <a:lnSpc>
                <a:spcPct val="100000"/>
              </a:lnSpc>
              <a:spcBef>
                <a:spcPct val="0"/>
              </a:spcBef>
              <a:spcAft>
                <a:spcPct val="0"/>
              </a:spcAft>
              <a:buClrTx/>
              <a:buSzTx/>
              <a:buFontTx/>
              <a:buChar char="•"/>
            </a:pPr>
            <a:r>
              <a:rPr kumimoji="0" lang="en-US" altLang="en-US" sz="1600" b="0" i="0" u="none" strike="noStrike" cap="none" normalizeH="0" baseline="0" dirty="0">
                <a:ln>
                  <a:noFill/>
                </a:ln>
                <a:solidFill>
                  <a:schemeClr val="tx1"/>
                </a:solidFill>
                <a:effectLst/>
                <a:latin typeface="Arial" panose="020B0604020202020204" pitchFamily="34" charset="0"/>
              </a:rPr>
              <a:t>integrate your own code, APIs, or services to handle complex, real-world tasks beyond the model's native abilities.</a:t>
            </a:r>
          </a:p>
          <a:p>
            <a:pPr marL="457200" lvl="1" indent="0" eaLnBrk="0" fontAlgn="base" hangingPunct="0">
              <a:lnSpc>
                <a:spcPct val="100000"/>
              </a:lnSpc>
              <a:spcBef>
                <a:spcPct val="0"/>
              </a:spcBef>
              <a:spcAft>
                <a:spcPct val="0"/>
              </a:spcAft>
              <a:buClrTx/>
              <a:buSzTx/>
              <a:buFontTx/>
              <a:buChar char="•"/>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Boost efficiency and customer satisfaction</a:t>
            </a:r>
            <a:endParaRPr lang="en-US" altLang="en-US" sz="1800" dirty="0">
              <a:latin typeface="Arial" panose="020B0604020202020204" pitchFamily="34" charset="0"/>
            </a:endParaRPr>
          </a:p>
          <a:p>
            <a:pPr marL="457200" lvl="1" indent="0" eaLnBrk="0" fontAlgn="base" hangingPunct="0">
              <a:lnSpc>
                <a:spcPct val="100000"/>
              </a:lnSpc>
              <a:spcBef>
                <a:spcPct val="0"/>
              </a:spcBef>
              <a:spcAft>
                <a:spcPct val="0"/>
              </a:spcAft>
              <a:buClrTx/>
              <a:buSzTx/>
              <a:buFontTx/>
              <a:buChar char="•"/>
            </a:pPr>
            <a:r>
              <a:rPr kumimoji="0" lang="en-US" altLang="en-US" sz="1600" b="0" i="0" u="none" strike="noStrike" cap="none" normalizeH="0" baseline="0" dirty="0">
                <a:ln>
                  <a:noFill/>
                </a:ln>
                <a:solidFill>
                  <a:schemeClr val="tx1"/>
                </a:solidFill>
                <a:effectLst/>
                <a:latin typeface="Arial" panose="020B0604020202020204" pitchFamily="34" charset="0"/>
              </a:rPr>
              <a:t>by deploying purpose-built agents (e.g., retail FAQ bots) that automate repetitive tasks and free up </a:t>
            </a:r>
          </a:p>
          <a:p>
            <a:pPr marL="457200" lvl="1" indent="0" eaLnBrk="0" fontAlgn="base" hangingPunct="0">
              <a:lnSpc>
                <a:spcPct val="100000"/>
              </a:lnSpc>
              <a:spcBef>
                <a:spcPct val="0"/>
              </a:spcBef>
              <a:spcAft>
                <a:spcPct val="0"/>
              </a:spcAft>
              <a:buClrTx/>
              <a:buSzTx/>
              <a:buNone/>
            </a:pPr>
            <a:r>
              <a:rPr kumimoji="0" lang="en-US" altLang="en-US" sz="1600" b="0" i="0" u="none" strike="noStrike" cap="none" normalizeH="0" baseline="0" dirty="0">
                <a:ln>
                  <a:noFill/>
                </a:ln>
                <a:solidFill>
                  <a:schemeClr val="tx1"/>
                </a:solidFill>
                <a:effectLst/>
                <a:latin typeface="Arial" panose="020B0604020202020204" pitchFamily="34" charset="0"/>
              </a:rPr>
              <a:t>human resources.</a:t>
            </a:r>
          </a:p>
        </p:txBody>
      </p:sp>
    </p:spTree>
    <p:extLst>
      <p:ext uri="{BB962C8B-B14F-4D97-AF65-F5344CB8AC3E}">
        <p14:creationId xmlns:p14="http://schemas.microsoft.com/office/powerpoint/2010/main" val="808263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anim calcmode="lin" valueType="num">
                                      <p:cBhvr additive="base">
                                        <p:cTn id="11"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 calcmode="lin" valueType="num">
                                      <p:cBhvr additive="base">
                                        <p:cTn id="17"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anim calcmode="lin" valueType="num">
                                      <p:cBhvr additive="base">
                                        <p:cTn id="21"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anim calcmode="lin" valueType="num">
                                      <p:cBhvr additive="base">
                                        <p:cTn id="27"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4">
                                            <p:txEl>
                                              <p:pRg st="6" end="6"/>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4">
                                            <p:txEl>
                                              <p:pRg st="7" end="7"/>
                                            </p:txEl>
                                          </p:spTgt>
                                        </p:tgtEl>
                                        <p:attrNameLst>
                                          <p:attrName>style.visibility</p:attrName>
                                        </p:attrNameLst>
                                      </p:cBhvr>
                                      <p:to>
                                        <p:strVal val="visible"/>
                                      </p:to>
                                    </p:set>
                                    <p:anim calcmode="lin" valueType="num">
                                      <p:cBhvr additive="base">
                                        <p:cTn id="31"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7" end="7"/>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4">
                                            <p:txEl>
                                              <p:pRg st="8" end="8"/>
                                            </p:txEl>
                                          </p:spTgt>
                                        </p:tgtEl>
                                        <p:attrNameLst>
                                          <p:attrName>style.visibility</p:attrName>
                                        </p:attrNameLst>
                                      </p:cBhvr>
                                      <p:to>
                                        <p:strVal val="visible"/>
                                      </p:to>
                                    </p:set>
                                    <p:anim calcmode="lin" valueType="num">
                                      <p:cBhvr additive="base">
                                        <p:cTn id="35"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4">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D698D7-A9CA-E42B-166A-B97300325FD9}"/>
              </a:ext>
            </a:extLst>
          </p:cNvPr>
          <p:cNvSpPr>
            <a:spLocks noGrp="1"/>
          </p:cNvSpPr>
          <p:nvPr>
            <p:ph type="title"/>
          </p:nvPr>
        </p:nvSpPr>
        <p:spPr/>
        <p:txBody>
          <a:bodyPr/>
          <a:lstStyle/>
          <a:p>
            <a:r>
              <a:rPr lang="en-US" b="1" dirty="0"/>
              <a:t>Why use custom tools?</a:t>
            </a:r>
            <a:br>
              <a:rPr lang="en-US" b="1" dirty="0"/>
            </a:br>
            <a:endParaRPr lang="en-US" dirty="0"/>
          </a:p>
        </p:txBody>
      </p:sp>
      <p:sp>
        <p:nvSpPr>
          <p:cNvPr id="3" name="Content Placeholder 2">
            <a:extLst>
              <a:ext uri="{FF2B5EF4-FFF2-40B4-BE49-F238E27FC236}">
                <a16:creationId xmlns:a16="http://schemas.microsoft.com/office/drawing/2014/main" id="{470DC52A-DCA1-965C-4223-73ED2AB10FB6}"/>
              </a:ext>
            </a:extLst>
          </p:cNvPr>
          <p:cNvSpPr>
            <a:spLocks noGrp="1"/>
          </p:cNvSpPr>
          <p:nvPr>
            <p:ph idx="1"/>
          </p:nvPr>
        </p:nvSpPr>
        <p:spPr/>
        <p:txBody>
          <a:bodyPr/>
          <a:lstStyle/>
          <a:p>
            <a:r>
              <a:rPr lang="en-US" sz="1600" b="1" dirty="0"/>
              <a:t>Enhanced productivity</a:t>
            </a:r>
            <a:r>
              <a:rPr lang="en-US" sz="1600" dirty="0"/>
              <a:t>: Automate repetitive tasks and streamline workflows.</a:t>
            </a:r>
          </a:p>
          <a:p>
            <a:r>
              <a:rPr lang="en-US" sz="1600" b="1" dirty="0"/>
              <a:t>Improved accuracy</a:t>
            </a:r>
            <a:r>
              <a:rPr lang="en-US" sz="1600" dirty="0"/>
              <a:t>: Provide precise and consistent outputs, reducing human error.</a:t>
            </a:r>
          </a:p>
          <a:p>
            <a:r>
              <a:rPr lang="en-US" sz="1600" b="1" dirty="0"/>
              <a:t>Tailored solutions</a:t>
            </a:r>
            <a:r>
              <a:rPr lang="en-US" sz="1600" dirty="0"/>
              <a:t>: Address specific business needs and optimize processes.</a:t>
            </a:r>
          </a:p>
          <a:p>
            <a:endParaRPr lang="en-US" dirty="0"/>
          </a:p>
        </p:txBody>
      </p:sp>
      <p:pic>
        <p:nvPicPr>
          <p:cNvPr id="3074" name="Picture 2" descr="Diagram showing an agent using a custom tool t call an external meteorological service.">
            <a:extLst>
              <a:ext uri="{FF2B5EF4-FFF2-40B4-BE49-F238E27FC236}">
                <a16:creationId xmlns:a16="http://schemas.microsoft.com/office/drawing/2014/main" id="{ADF92CC9-B38C-9BFB-405C-E72568AAA5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36477" y="3578155"/>
            <a:ext cx="5715000" cy="2057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2198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074"/>
                                        </p:tgtEl>
                                        <p:attrNameLst>
                                          <p:attrName>style.visibility</p:attrName>
                                        </p:attrNameLst>
                                      </p:cBhvr>
                                      <p:to>
                                        <p:strVal val="visible"/>
                                      </p:to>
                                    </p:set>
                                    <p:anim calcmode="lin" valueType="num">
                                      <p:cBhvr additive="base">
                                        <p:cTn id="25" dur="500" fill="hold"/>
                                        <p:tgtEl>
                                          <p:spTgt spid="3074"/>
                                        </p:tgtEl>
                                        <p:attrNameLst>
                                          <p:attrName>ppt_x</p:attrName>
                                        </p:attrNameLst>
                                      </p:cBhvr>
                                      <p:tavLst>
                                        <p:tav tm="0">
                                          <p:val>
                                            <p:strVal val="#ppt_x"/>
                                          </p:val>
                                        </p:tav>
                                        <p:tav tm="100000">
                                          <p:val>
                                            <p:strVal val="#ppt_x"/>
                                          </p:val>
                                        </p:tav>
                                      </p:tavLst>
                                    </p:anim>
                                    <p:anim calcmode="lin" valueType="num">
                                      <p:cBhvr additive="base">
                                        <p:cTn id="26" dur="500" fill="hold"/>
                                        <p:tgtEl>
                                          <p:spTgt spid="307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57309-CCED-C370-4790-50557A1A51CC}"/>
              </a:ext>
            </a:extLst>
          </p:cNvPr>
          <p:cNvSpPr>
            <a:spLocks noGrp="1"/>
          </p:cNvSpPr>
          <p:nvPr>
            <p:ph type="title"/>
          </p:nvPr>
        </p:nvSpPr>
        <p:spPr/>
        <p:txBody>
          <a:bodyPr>
            <a:normAutofit fontScale="90000"/>
          </a:bodyPr>
          <a:lstStyle/>
          <a:p>
            <a:r>
              <a:rPr lang="en-US" b="1" dirty="0"/>
              <a:t>Common scenarios for custom tools in agents</a:t>
            </a:r>
            <a:br>
              <a:rPr lang="en-US" b="1" dirty="0"/>
            </a:br>
            <a:br>
              <a:rPr lang="en-US" dirty="0"/>
            </a:br>
            <a:endParaRPr lang="en-US" dirty="0"/>
          </a:p>
        </p:txBody>
      </p:sp>
      <p:sp>
        <p:nvSpPr>
          <p:cNvPr id="3" name="Content Placeholder 2">
            <a:extLst>
              <a:ext uri="{FF2B5EF4-FFF2-40B4-BE49-F238E27FC236}">
                <a16:creationId xmlns:a16="http://schemas.microsoft.com/office/drawing/2014/main" id="{D4005AF8-8BBB-EDCE-D6A6-C453C8553EB6}"/>
              </a:ext>
            </a:extLst>
          </p:cNvPr>
          <p:cNvSpPr>
            <a:spLocks noGrp="1"/>
          </p:cNvSpPr>
          <p:nvPr>
            <p:ph idx="1"/>
          </p:nvPr>
        </p:nvSpPr>
        <p:spPr/>
        <p:txBody>
          <a:bodyPr/>
          <a:lstStyle/>
          <a:p>
            <a:r>
              <a:rPr lang="en-US" b="1" dirty="0"/>
              <a:t>Customer support automation</a:t>
            </a:r>
          </a:p>
          <a:p>
            <a:r>
              <a:rPr lang="en-US" sz="1400" b="1" dirty="0"/>
              <a:t>Scenario</a:t>
            </a:r>
            <a:r>
              <a:rPr lang="en-US" sz="1400" dirty="0"/>
              <a:t>: A retail company integrates a custom tool that connects the Azure AI Agent to their customer relationship management (CRM) system.</a:t>
            </a:r>
          </a:p>
          <a:p>
            <a:r>
              <a:rPr lang="en-US" sz="1400" b="1" dirty="0"/>
              <a:t>Functionality</a:t>
            </a:r>
            <a:r>
              <a:rPr lang="en-US" sz="1400" dirty="0"/>
              <a:t>: The AI agent can retrieve customer order histories, process refunds, and provide real-time updates on shipping statuses.</a:t>
            </a:r>
          </a:p>
          <a:p>
            <a:r>
              <a:rPr lang="en-US" sz="1400" b="1" dirty="0"/>
              <a:t>Outcome</a:t>
            </a:r>
            <a:r>
              <a:rPr lang="en-US" sz="1400" dirty="0"/>
              <a:t>: Faster resolution of customer queries, reduced workload for support teams, and improved customer satisfaction.</a:t>
            </a:r>
          </a:p>
          <a:p>
            <a:endParaRPr lang="en-US" dirty="0"/>
          </a:p>
        </p:txBody>
      </p:sp>
    </p:spTree>
    <p:extLst>
      <p:ext uri="{BB962C8B-B14F-4D97-AF65-F5344CB8AC3E}">
        <p14:creationId xmlns:p14="http://schemas.microsoft.com/office/powerpoint/2010/main" val="3635646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anim calcmode="lin" valueType="num">
                                      <p:cBhvr>
                                        <p:cTn id="1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1000"/>
                                        <p:tgtEl>
                                          <p:spTgt spid="3">
                                            <p:txEl>
                                              <p:pRg st="3" end="3"/>
                                            </p:txEl>
                                          </p:spTgt>
                                        </p:tgtEl>
                                      </p:cBhvr>
                                    </p:animEffect>
                                    <p:anim calcmode="lin" valueType="num">
                                      <p:cBhvr>
                                        <p:cTn id="1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B6E9337-B8E1-0DF2-FC49-DB0351138712}"/>
              </a:ext>
            </a:extLst>
          </p:cNvPr>
          <p:cNvSpPr>
            <a:spLocks noGrp="1"/>
          </p:cNvSpPr>
          <p:nvPr>
            <p:ph idx="1"/>
          </p:nvPr>
        </p:nvSpPr>
        <p:spPr/>
        <p:txBody>
          <a:bodyPr/>
          <a:lstStyle/>
          <a:p>
            <a:r>
              <a:rPr lang="en-US" b="1" dirty="0"/>
              <a:t>Inventory management</a:t>
            </a:r>
          </a:p>
          <a:p>
            <a:r>
              <a:rPr lang="en-US" sz="1400" b="1" dirty="0"/>
              <a:t>Scenario</a:t>
            </a:r>
            <a:r>
              <a:rPr lang="en-US" sz="1400" dirty="0"/>
              <a:t>: A manufacturing company develops a custom tool to link the AI agent with their inventory management system.</a:t>
            </a:r>
          </a:p>
          <a:p>
            <a:r>
              <a:rPr lang="en-US" sz="1400" b="1" dirty="0"/>
              <a:t>Functionality</a:t>
            </a:r>
            <a:r>
              <a:rPr lang="en-US" sz="1400" dirty="0"/>
              <a:t>: The AI agent can check stock levels, predict restocking needs using historical data, and place orders with suppliers automatically.</a:t>
            </a:r>
          </a:p>
          <a:p>
            <a:r>
              <a:rPr lang="en-US" sz="1400" b="1" dirty="0"/>
              <a:t>Outcome</a:t>
            </a:r>
            <a:r>
              <a:rPr lang="en-US" sz="1400" dirty="0"/>
              <a:t>: Streamlined inventory processes and optimized supply chain operations.</a:t>
            </a:r>
          </a:p>
          <a:p>
            <a:endParaRPr lang="en-US" dirty="0"/>
          </a:p>
        </p:txBody>
      </p:sp>
    </p:spTree>
    <p:extLst>
      <p:ext uri="{BB962C8B-B14F-4D97-AF65-F5344CB8AC3E}">
        <p14:creationId xmlns:p14="http://schemas.microsoft.com/office/powerpoint/2010/main" val="2356525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 calcmode="lin" valueType="num">
                                      <p:cBhvr additive="base">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F28CAB6-CDC5-EF88-044A-C2A39BEDCE78}"/>
              </a:ext>
            </a:extLst>
          </p:cNvPr>
          <p:cNvSpPr>
            <a:spLocks noGrp="1"/>
          </p:cNvSpPr>
          <p:nvPr>
            <p:ph idx="1"/>
          </p:nvPr>
        </p:nvSpPr>
        <p:spPr/>
        <p:txBody>
          <a:bodyPr/>
          <a:lstStyle/>
          <a:p>
            <a:r>
              <a:rPr lang="en-US" b="1" dirty="0"/>
              <a:t>Healthcare appointment scheduling</a:t>
            </a:r>
          </a:p>
          <a:p>
            <a:r>
              <a:rPr lang="en-US" sz="1600" b="1" dirty="0"/>
              <a:t>Scenario</a:t>
            </a:r>
            <a:r>
              <a:rPr lang="en-US" sz="1600" dirty="0"/>
              <a:t>: A healthcare provider integrates a custom scheduling tool with the AI agent.</a:t>
            </a:r>
          </a:p>
          <a:p>
            <a:r>
              <a:rPr lang="en-US" sz="1600" b="1" dirty="0"/>
              <a:t>Functionality</a:t>
            </a:r>
            <a:r>
              <a:rPr lang="en-US" sz="1600" dirty="0"/>
              <a:t>: The AI agent can access patient records, suggest available appointment slots, and send reminders to patients.</a:t>
            </a:r>
          </a:p>
          <a:p>
            <a:r>
              <a:rPr lang="en-US" sz="1600" b="1" dirty="0"/>
              <a:t>Outcome</a:t>
            </a:r>
            <a:r>
              <a:rPr lang="en-US" sz="1600" dirty="0"/>
              <a:t>: Reduced administrative burden, improved patient experience, and better resource utilization.</a:t>
            </a:r>
          </a:p>
          <a:p>
            <a:endParaRPr lang="en-US" dirty="0"/>
          </a:p>
        </p:txBody>
      </p:sp>
    </p:spTree>
    <p:extLst>
      <p:ext uri="{BB962C8B-B14F-4D97-AF65-F5344CB8AC3E}">
        <p14:creationId xmlns:p14="http://schemas.microsoft.com/office/powerpoint/2010/main" val="2591012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 calcmode="lin" valueType="num">
                                      <p:cBhvr additive="base">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78F4BE-A06D-6EE2-8F96-5EF782FFF60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A8A2179-3E57-0B81-986B-1B2313613509}"/>
              </a:ext>
            </a:extLst>
          </p:cNvPr>
          <p:cNvSpPr>
            <a:spLocks noGrp="1"/>
          </p:cNvSpPr>
          <p:nvPr>
            <p:ph idx="1"/>
          </p:nvPr>
        </p:nvSpPr>
        <p:spPr/>
        <p:txBody>
          <a:bodyPr/>
          <a:lstStyle/>
          <a:p>
            <a:r>
              <a:rPr lang="en-US" b="1" dirty="0"/>
              <a:t>IT Helpdesk support</a:t>
            </a:r>
          </a:p>
          <a:p>
            <a:r>
              <a:rPr lang="en-US" sz="1400" b="1" dirty="0"/>
              <a:t>Scenario</a:t>
            </a:r>
            <a:r>
              <a:rPr lang="en-US" sz="1400" dirty="0"/>
              <a:t>: An IT department develops a custom tool to integrate the AI agent with their ticketing and knowledge base systems.</a:t>
            </a:r>
          </a:p>
          <a:p>
            <a:r>
              <a:rPr lang="en-US" sz="1400" b="1" dirty="0"/>
              <a:t>Functionality</a:t>
            </a:r>
            <a:r>
              <a:rPr lang="en-US" sz="1400" dirty="0"/>
              <a:t>: The AI agent can troubleshoot common technical issues, escalate complex problems, and track ticket statuses.</a:t>
            </a:r>
          </a:p>
          <a:p>
            <a:r>
              <a:rPr lang="en-US" sz="1400" b="1" dirty="0"/>
              <a:t>Outcome</a:t>
            </a:r>
            <a:r>
              <a:rPr lang="en-US" sz="1400" dirty="0"/>
              <a:t>: Faster issue resolution, reduced downtime, and improved employee productivity.</a:t>
            </a:r>
          </a:p>
          <a:p>
            <a:endParaRPr lang="en-US" dirty="0"/>
          </a:p>
        </p:txBody>
      </p:sp>
    </p:spTree>
    <p:extLst>
      <p:ext uri="{BB962C8B-B14F-4D97-AF65-F5344CB8AC3E}">
        <p14:creationId xmlns:p14="http://schemas.microsoft.com/office/powerpoint/2010/main" val="2218525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56EE9-91D6-1D2A-2B5D-B252872D0A16}"/>
              </a:ext>
            </a:extLst>
          </p:cNvPr>
          <p:cNvSpPr>
            <a:spLocks noGrp="1"/>
          </p:cNvSpPr>
          <p:nvPr>
            <p:ph type="title"/>
          </p:nvPr>
        </p:nvSpPr>
        <p:spPr/>
        <p:txBody>
          <a:bodyPr/>
          <a:lstStyle/>
          <a:p>
            <a:r>
              <a:rPr lang="en-US" b="1" dirty="0"/>
              <a:t>Options for implementing custom tools</a:t>
            </a:r>
            <a:br>
              <a:rPr lang="en-US" b="1" dirty="0"/>
            </a:br>
            <a:endParaRPr lang="en-US" dirty="0"/>
          </a:p>
        </p:txBody>
      </p:sp>
      <p:sp>
        <p:nvSpPr>
          <p:cNvPr id="4" name="Rectangle 1">
            <a:extLst>
              <a:ext uri="{FF2B5EF4-FFF2-40B4-BE49-F238E27FC236}">
                <a16:creationId xmlns:a16="http://schemas.microsoft.com/office/drawing/2014/main" id="{A9724AB1-82F6-A445-3DE2-5923461EAEE5}"/>
              </a:ext>
            </a:extLst>
          </p:cNvPr>
          <p:cNvSpPr>
            <a:spLocks noGrp="1" noChangeArrowheads="1"/>
          </p:cNvSpPr>
          <p:nvPr>
            <p:ph idx="1"/>
          </p:nvPr>
        </p:nvSpPr>
        <p:spPr bwMode="auto">
          <a:xfrm>
            <a:off x="1704011" y="1541939"/>
            <a:ext cx="4193777" cy="4536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buClrTx/>
              <a:buSzTx/>
            </a:pPr>
            <a:r>
              <a:rPr kumimoji="0" lang="en-US" altLang="en-US" sz="1400" b="1" i="0" u="none" strike="noStrike" cap="none" normalizeH="0" baseline="0" dirty="0">
                <a:ln>
                  <a:noFill/>
                </a:ln>
                <a:solidFill>
                  <a:schemeClr val="tx1"/>
                </a:solidFill>
                <a:effectLst/>
                <a:latin typeface="Arial" panose="020B0604020202020204" pitchFamily="34" charset="0"/>
              </a:rPr>
              <a:t>Custom Function Calling</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200" b="0" i="0" u="none" strike="noStrike" cap="none" normalizeH="0" baseline="0" dirty="0">
                <a:ln>
                  <a:noFill/>
                </a:ln>
                <a:solidFill>
                  <a:schemeClr val="tx1"/>
                </a:solidFill>
                <a:effectLst/>
                <a:latin typeface="Arial" panose="020B0604020202020204" pitchFamily="34" charset="0"/>
              </a:rPr>
              <a:t>– Define &amp; invoke structured functions dynamically</a:t>
            </a:r>
            <a:br>
              <a:rPr kumimoji="0" lang="en-US" altLang="en-US" sz="1200" b="0" i="0" u="none" strike="noStrike" cap="none" normalizeH="0" baseline="0" dirty="0">
                <a:ln>
                  <a:noFill/>
                </a:ln>
                <a:solidFill>
                  <a:schemeClr val="tx1"/>
                </a:solidFill>
                <a:effectLst/>
                <a:latin typeface="Arial" panose="020B0604020202020204" pitchFamily="34" charset="0"/>
              </a:rPr>
            </a:br>
            <a:r>
              <a:rPr kumimoji="0" lang="en-US" altLang="en-US" sz="1200" b="0" i="0" u="none" strike="noStrike" cap="none" normalizeH="0" baseline="0" dirty="0">
                <a:ln>
                  <a:noFill/>
                </a:ln>
                <a:solidFill>
                  <a:schemeClr val="tx1"/>
                </a:solidFill>
                <a:effectLst/>
                <a:latin typeface="Arial" panose="020B0604020202020204" pitchFamily="34" charset="0"/>
              </a:rPr>
              <a:t>– Enables custom logic/workflows across languages</a:t>
            </a:r>
            <a:endParaRPr kumimoji="0" lang="en-US" altLang="en-US" sz="14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50000"/>
              </a:lnSpc>
              <a:spcBef>
                <a:spcPct val="0"/>
              </a:spcBef>
              <a:spcAft>
                <a:spcPct val="0"/>
              </a:spcAft>
              <a:buClrTx/>
              <a:buSzTx/>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50000"/>
              </a:lnSpc>
              <a:spcBef>
                <a:spcPct val="0"/>
              </a:spcBef>
              <a:spcAft>
                <a:spcPct val="0"/>
              </a:spcAft>
              <a:buClrTx/>
              <a:buSzTx/>
            </a:pPr>
            <a:r>
              <a:rPr kumimoji="0" lang="en-US" altLang="en-US" sz="1400" b="1" i="0" u="none" strike="noStrike" cap="none" normalizeH="0" baseline="0" dirty="0">
                <a:ln>
                  <a:noFill/>
                </a:ln>
                <a:solidFill>
                  <a:schemeClr val="tx1"/>
                </a:solidFill>
                <a:effectLst/>
                <a:latin typeface="Arial" panose="020B0604020202020204" pitchFamily="34" charset="0"/>
              </a:rPr>
              <a:t>Azure Functions</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200" b="0" i="0" u="none" strike="noStrike" cap="none" normalizeH="0" baseline="0" dirty="0">
                <a:ln>
                  <a:noFill/>
                </a:ln>
                <a:solidFill>
                  <a:schemeClr val="tx1"/>
                </a:solidFill>
                <a:effectLst/>
                <a:latin typeface="Arial" panose="020B0604020202020204" pitchFamily="34" charset="0"/>
              </a:rPr>
              <a:t>– Event-driven, serverless code with triggers &amp; bindings</a:t>
            </a:r>
            <a:br>
              <a:rPr kumimoji="0" lang="en-US" altLang="en-US" sz="1200" b="0" i="0" u="none" strike="noStrike" cap="none" normalizeH="0" baseline="0" dirty="0">
                <a:ln>
                  <a:noFill/>
                </a:ln>
                <a:solidFill>
                  <a:schemeClr val="tx1"/>
                </a:solidFill>
                <a:effectLst/>
                <a:latin typeface="Arial" panose="020B0604020202020204" pitchFamily="34" charset="0"/>
              </a:rPr>
            </a:br>
            <a:r>
              <a:rPr kumimoji="0" lang="en-US" altLang="en-US" sz="1200" b="0" i="0" u="none" strike="noStrike" cap="none" normalizeH="0" baseline="0" dirty="0">
                <a:ln>
                  <a:noFill/>
                </a:ln>
                <a:solidFill>
                  <a:schemeClr val="tx1"/>
                </a:solidFill>
                <a:effectLst/>
                <a:latin typeface="Arial" panose="020B0604020202020204" pitchFamily="34" charset="0"/>
              </a:rPr>
              <a:t>– Scales easily for real-time agent interactions</a:t>
            </a:r>
          </a:p>
          <a:p>
            <a:pPr marL="0" marR="0" lvl="0" indent="0" algn="l" defTabSz="914400" rtl="0" eaLnBrk="0" fontAlgn="base" latinLnBrk="0" hangingPunct="0">
              <a:lnSpc>
                <a:spcPct val="15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50000"/>
              </a:lnSpc>
              <a:spcBef>
                <a:spcPct val="0"/>
              </a:spcBef>
              <a:spcAft>
                <a:spcPct val="0"/>
              </a:spcAft>
              <a:buClrTx/>
              <a:buSzTx/>
            </a:pPr>
            <a:r>
              <a:rPr kumimoji="0" lang="en-US" altLang="en-US" sz="1400" b="1" i="0" u="none" strike="noStrike" cap="none" normalizeH="0" baseline="0" dirty="0">
                <a:ln>
                  <a:noFill/>
                </a:ln>
                <a:solidFill>
                  <a:schemeClr val="tx1"/>
                </a:solidFill>
                <a:effectLst/>
                <a:latin typeface="Arial" panose="020B0604020202020204" pitchFamily="34" charset="0"/>
              </a:rPr>
              <a:t>OpenAPI Tools</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200" b="0" i="0" u="none" strike="noStrike" cap="none" normalizeH="0" baseline="0" dirty="0">
                <a:ln>
                  <a:noFill/>
                </a:ln>
                <a:solidFill>
                  <a:schemeClr val="tx1"/>
                </a:solidFill>
                <a:effectLst/>
                <a:latin typeface="Arial" panose="020B0604020202020204" pitchFamily="34" charset="0"/>
              </a:rPr>
              <a:t>– Connect agents to external APIs via OpenAPI 3.0</a:t>
            </a:r>
            <a:br>
              <a:rPr kumimoji="0" lang="en-US" altLang="en-US" sz="1200" b="0" i="0" u="none" strike="noStrike" cap="none" normalizeH="0" baseline="0" dirty="0">
                <a:ln>
                  <a:noFill/>
                </a:ln>
                <a:solidFill>
                  <a:schemeClr val="tx1"/>
                </a:solidFill>
                <a:effectLst/>
                <a:latin typeface="Arial" panose="020B0604020202020204" pitchFamily="34" charset="0"/>
              </a:rPr>
            </a:br>
            <a:r>
              <a:rPr kumimoji="0" lang="en-US" altLang="en-US" sz="1200" b="0" i="0" u="none" strike="noStrike" cap="none" normalizeH="0" baseline="0" dirty="0">
                <a:ln>
                  <a:noFill/>
                </a:ln>
                <a:solidFill>
                  <a:schemeClr val="tx1"/>
                </a:solidFill>
                <a:effectLst/>
                <a:latin typeface="Arial" panose="020B0604020202020204" pitchFamily="34" charset="0"/>
              </a:rPr>
              <a:t>– Automates API integration, client code, and testing</a:t>
            </a:r>
          </a:p>
          <a:p>
            <a:pPr marL="0" marR="0" lvl="0" indent="0" algn="l" defTabSz="914400" rtl="0" eaLnBrk="0" fontAlgn="base" latinLnBrk="0" hangingPunct="0">
              <a:lnSpc>
                <a:spcPct val="15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50000"/>
              </a:lnSpc>
              <a:spcBef>
                <a:spcPct val="0"/>
              </a:spcBef>
              <a:spcAft>
                <a:spcPct val="0"/>
              </a:spcAft>
              <a:buClrTx/>
              <a:buSzTx/>
            </a:pPr>
            <a:r>
              <a:rPr kumimoji="0" lang="en-US" altLang="en-US" sz="1400" b="1" i="0" u="none" strike="noStrike" cap="none" normalizeH="0" baseline="0" dirty="0">
                <a:ln>
                  <a:noFill/>
                </a:ln>
                <a:solidFill>
                  <a:schemeClr val="tx1"/>
                </a:solidFill>
                <a:effectLst/>
                <a:latin typeface="Arial" panose="020B0604020202020204" pitchFamily="34" charset="0"/>
              </a:rPr>
              <a:t>Azure Logic Apps</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200" b="0" i="0" u="none" strike="noStrike" cap="none" normalizeH="0" baseline="0" dirty="0">
                <a:ln>
                  <a:noFill/>
                </a:ln>
                <a:solidFill>
                  <a:schemeClr val="tx1"/>
                </a:solidFill>
                <a:effectLst/>
                <a:latin typeface="Arial" panose="020B0604020202020204" pitchFamily="34" charset="0"/>
              </a:rPr>
              <a:t>– Low-code workflows for connecting services &amp; data</a:t>
            </a:r>
            <a:br>
              <a:rPr kumimoji="0" lang="en-US" altLang="en-US" sz="1200" b="0" i="0" u="none" strike="noStrike" cap="none" normalizeH="0" baseline="0" dirty="0">
                <a:ln>
                  <a:noFill/>
                </a:ln>
                <a:solidFill>
                  <a:schemeClr val="tx1"/>
                </a:solidFill>
                <a:effectLst/>
                <a:latin typeface="Arial" panose="020B0604020202020204" pitchFamily="34" charset="0"/>
              </a:rPr>
            </a:br>
            <a:r>
              <a:rPr kumimoji="0" lang="en-US" altLang="en-US" sz="1200" b="0" i="0" u="none" strike="noStrike" cap="none" normalizeH="0" baseline="0" dirty="0">
                <a:ln>
                  <a:noFill/>
                </a:ln>
                <a:solidFill>
                  <a:schemeClr val="tx1"/>
                </a:solidFill>
                <a:effectLst/>
                <a:latin typeface="Arial" panose="020B0604020202020204" pitchFamily="34" charset="0"/>
              </a:rPr>
              <a:t>– Ideal for business automation and orchestration</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69504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anim calcmode="lin" valueType="num">
                                      <p:cBhvr additive="base">
                                        <p:cTn id="11"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anim calcmode="lin" valueType="num">
                                      <p:cBhvr additive="base">
                                        <p:cTn id="15"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anim calcmode="lin" valueType="num">
                                      <p:cBhvr additive="base">
                                        <p:cTn id="19"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777C8-EFB8-9C50-01A3-570A08D7BBD1}"/>
              </a:ext>
            </a:extLst>
          </p:cNvPr>
          <p:cNvSpPr>
            <a:spLocks noGrp="1"/>
          </p:cNvSpPr>
          <p:nvPr>
            <p:ph type="title"/>
          </p:nvPr>
        </p:nvSpPr>
        <p:spPr/>
        <p:txBody>
          <a:bodyPr/>
          <a:lstStyle/>
          <a:p>
            <a:r>
              <a:rPr lang="en-US" b="1" dirty="0"/>
              <a:t>Exercise - Build an agent with custom tools</a:t>
            </a:r>
            <a:endParaRPr lang="en-US" dirty="0"/>
          </a:p>
        </p:txBody>
      </p:sp>
      <p:pic>
        <p:nvPicPr>
          <p:cNvPr id="7" name="Picture 6">
            <a:extLst>
              <a:ext uri="{FF2B5EF4-FFF2-40B4-BE49-F238E27FC236}">
                <a16:creationId xmlns:a16="http://schemas.microsoft.com/office/drawing/2014/main" id="{7DEAF82B-2E9B-463B-8484-47E613059978}"/>
              </a:ext>
            </a:extLst>
          </p:cNvPr>
          <p:cNvPicPr>
            <a:picLocks noChangeAspect="1"/>
          </p:cNvPicPr>
          <p:nvPr/>
        </p:nvPicPr>
        <p:blipFill>
          <a:blip r:embed="rId2"/>
          <a:stretch>
            <a:fillRect/>
          </a:stretch>
        </p:blipFill>
        <p:spPr>
          <a:xfrm>
            <a:off x="2886636" y="1609343"/>
            <a:ext cx="6043802" cy="4157248"/>
          </a:xfrm>
          <a:prstGeom prst="rect">
            <a:avLst/>
          </a:prstGeom>
        </p:spPr>
      </p:pic>
    </p:spTree>
    <p:extLst>
      <p:ext uri="{BB962C8B-B14F-4D97-AF65-F5344CB8AC3E}">
        <p14:creationId xmlns:p14="http://schemas.microsoft.com/office/powerpoint/2010/main" val="3152266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75FE52-39E8-87AA-4D8C-6E0BA93ACD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C84D12-0954-C00F-EC92-2D8B1C1D42E0}"/>
              </a:ext>
            </a:extLst>
          </p:cNvPr>
          <p:cNvSpPr>
            <a:spLocks noGrp="1"/>
          </p:cNvSpPr>
          <p:nvPr>
            <p:ph type="title"/>
          </p:nvPr>
        </p:nvSpPr>
        <p:spPr/>
        <p:txBody>
          <a:bodyPr/>
          <a:lstStyle/>
          <a:p>
            <a:r>
              <a:rPr lang="en-US" b="1" dirty="0"/>
              <a:t>Exercise - Build an agent with custom tools</a:t>
            </a:r>
            <a:endParaRPr lang="en-US" dirty="0"/>
          </a:p>
        </p:txBody>
      </p:sp>
      <p:pic>
        <p:nvPicPr>
          <p:cNvPr id="4" name="Picture 3">
            <a:extLst>
              <a:ext uri="{FF2B5EF4-FFF2-40B4-BE49-F238E27FC236}">
                <a16:creationId xmlns:a16="http://schemas.microsoft.com/office/drawing/2014/main" id="{56AB8B8B-13DE-51D9-66E0-1066F6468376}"/>
              </a:ext>
            </a:extLst>
          </p:cNvPr>
          <p:cNvPicPr>
            <a:picLocks noChangeAspect="1"/>
          </p:cNvPicPr>
          <p:nvPr/>
        </p:nvPicPr>
        <p:blipFill>
          <a:blip r:embed="rId2"/>
          <a:stretch>
            <a:fillRect/>
          </a:stretch>
        </p:blipFill>
        <p:spPr>
          <a:xfrm>
            <a:off x="2949389" y="1667209"/>
            <a:ext cx="6851543" cy="4237467"/>
          </a:xfrm>
          <a:prstGeom prst="rect">
            <a:avLst/>
          </a:prstGeom>
        </p:spPr>
      </p:pic>
    </p:spTree>
    <p:extLst>
      <p:ext uri="{BB962C8B-B14F-4D97-AF65-F5344CB8AC3E}">
        <p14:creationId xmlns:p14="http://schemas.microsoft.com/office/powerpoint/2010/main" val="3724179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F8B68-2587-31DF-96BF-8112A5266101}"/>
              </a:ext>
            </a:extLst>
          </p:cNvPr>
          <p:cNvSpPr>
            <a:spLocks noGrp="1"/>
          </p:cNvSpPr>
          <p:nvPr>
            <p:ph type="title"/>
          </p:nvPr>
        </p:nvSpPr>
        <p:spPr/>
        <p:txBody>
          <a:bodyPr>
            <a:normAutofit fontScale="90000"/>
          </a:bodyPr>
          <a:lstStyle/>
          <a:p>
            <a:r>
              <a:rPr lang="en-US" b="1" dirty="0"/>
              <a:t>Module-4: </a:t>
            </a:r>
            <a:r>
              <a:rPr lang="en-US" sz="2700" b="1" dirty="0"/>
              <a:t>Develop a multi-agent solution with Foundry Agent 					Service</a:t>
            </a:r>
            <a:br>
              <a:rPr lang="en-US" b="1" dirty="0"/>
            </a:br>
            <a:endParaRPr lang="en-US" dirty="0"/>
          </a:p>
        </p:txBody>
      </p:sp>
      <p:sp>
        <p:nvSpPr>
          <p:cNvPr id="3" name="Content Placeholder 2">
            <a:extLst>
              <a:ext uri="{FF2B5EF4-FFF2-40B4-BE49-F238E27FC236}">
                <a16:creationId xmlns:a16="http://schemas.microsoft.com/office/drawing/2014/main" id="{CE74596C-5455-394A-E946-7A843A60FC55}"/>
              </a:ext>
            </a:extLst>
          </p:cNvPr>
          <p:cNvSpPr>
            <a:spLocks noGrp="1"/>
          </p:cNvSpPr>
          <p:nvPr>
            <p:ph idx="1"/>
          </p:nvPr>
        </p:nvSpPr>
        <p:spPr/>
        <p:txBody>
          <a:bodyPr/>
          <a:lstStyle/>
          <a:p>
            <a:r>
              <a:rPr lang="en-US" sz="1600" dirty="0"/>
              <a:t>Describe how connected agents enable modular, collaborative workflows.</a:t>
            </a:r>
          </a:p>
          <a:p>
            <a:r>
              <a:rPr lang="en-US" sz="1600" dirty="0"/>
              <a:t>Design a multi-agent solution by defining main agent tools and connected agent roles.</a:t>
            </a:r>
          </a:p>
          <a:p>
            <a:r>
              <a:rPr lang="en-US" sz="1600" dirty="0"/>
              <a:t>Build and run a connected agent solution</a:t>
            </a:r>
          </a:p>
          <a:p>
            <a:endParaRPr lang="en-US" dirty="0"/>
          </a:p>
        </p:txBody>
      </p:sp>
    </p:spTree>
    <p:extLst>
      <p:ext uri="{BB962C8B-B14F-4D97-AF65-F5344CB8AC3E}">
        <p14:creationId xmlns:p14="http://schemas.microsoft.com/office/powerpoint/2010/main" val="32381549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1E3F8-BE2B-7B01-FC6D-4EB78F7419F3}"/>
              </a:ext>
            </a:extLst>
          </p:cNvPr>
          <p:cNvSpPr>
            <a:spLocks noGrp="1"/>
          </p:cNvSpPr>
          <p:nvPr>
            <p:ph type="title"/>
          </p:nvPr>
        </p:nvSpPr>
        <p:spPr/>
        <p:txBody>
          <a:bodyPr>
            <a:normAutofit/>
          </a:bodyPr>
          <a:lstStyle/>
          <a:p>
            <a:r>
              <a:rPr lang="en-US" sz="2400" b="1" dirty="0"/>
              <a:t>Building Smart Multi-Agent Systems with Azure AI Foundry</a:t>
            </a:r>
          </a:p>
        </p:txBody>
      </p:sp>
      <p:sp>
        <p:nvSpPr>
          <p:cNvPr id="8" name="Rectangle 5">
            <a:extLst>
              <a:ext uri="{FF2B5EF4-FFF2-40B4-BE49-F238E27FC236}">
                <a16:creationId xmlns:a16="http://schemas.microsoft.com/office/drawing/2014/main" id="{1BA797BD-F0E7-D79F-40D2-05347FD718D4}"/>
              </a:ext>
            </a:extLst>
          </p:cNvPr>
          <p:cNvSpPr>
            <a:spLocks noGrp="1" noChangeArrowheads="1"/>
          </p:cNvSpPr>
          <p:nvPr>
            <p:ph idx="1"/>
          </p:nvPr>
        </p:nvSpPr>
        <p:spPr bwMode="auto">
          <a:xfrm>
            <a:off x="476157" y="1766047"/>
            <a:ext cx="5619843" cy="15240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buClrTx/>
              <a:buSzTx/>
            </a:pPr>
            <a:r>
              <a:rPr kumimoji="0" lang="en-US" altLang="en-US" sz="1600" b="0" i="0" u="none" strike="noStrike" cap="none" normalizeH="0" baseline="0" dirty="0">
                <a:ln>
                  <a:noFill/>
                </a:ln>
                <a:solidFill>
                  <a:schemeClr val="tx1"/>
                </a:solidFill>
                <a:effectLst/>
                <a:latin typeface="Arial" panose="020B0604020202020204" pitchFamily="34" charset="0"/>
              </a:rPr>
              <a:t>Split tasks using </a:t>
            </a:r>
            <a:r>
              <a:rPr kumimoji="0" lang="en-US" altLang="en-US" sz="1600" b="1" i="0" u="none" strike="noStrike" cap="none" normalizeH="0" baseline="0" dirty="0">
                <a:ln>
                  <a:noFill/>
                </a:ln>
                <a:solidFill>
                  <a:schemeClr val="tx1"/>
                </a:solidFill>
                <a:effectLst/>
                <a:latin typeface="Arial" panose="020B0604020202020204" pitchFamily="34" charset="0"/>
              </a:rPr>
              <a:t>connected agents</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50000"/>
              </a:lnSpc>
              <a:spcBef>
                <a:spcPct val="0"/>
              </a:spcBef>
              <a:spcAft>
                <a:spcPct val="0"/>
              </a:spcAft>
              <a:buClrTx/>
              <a:buSzTx/>
            </a:pPr>
            <a:r>
              <a:rPr kumimoji="0" lang="en-US" altLang="en-US" sz="1600" b="0" i="0" u="none" strike="noStrike" cap="none" normalizeH="0" baseline="0" dirty="0">
                <a:ln>
                  <a:noFill/>
                </a:ln>
                <a:solidFill>
                  <a:schemeClr val="tx1"/>
                </a:solidFill>
                <a:effectLst/>
                <a:latin typeface="Arial" panose="020B0604020202020204" pitchFamily="34" charset="0"/>
              </a:rPr>
              <a:t>No need for custom routing/orchestration</a:t>
            </a:r>
          </a:p>
          <a:p>
            <a:pPr eaLnBrk="0" fontAlgn="base" hangingPunct="0">
              <a:lnSpc>
                <a:spcPct val="150000"/>
              </a:lnSpc>
              <a:spcBef>
                <a:spcPct val="0"/>
              </a:spcBef>
              <a:spcAft>
                <a:spcPct val="0"/>
              </a:spcAft>
              <a:buClrTx/>
              <a:buSzTx/>
            </a:pPr>
            <a:r>
              <a:rPr kumimoji="0" lang="en-US" altLang="en-US" sz="1600" b="0" i="0" u="none" strike="noStrike" cap="none" normalizeH="0" baseline="0" dirty="0">
                <a:ln>
                  <a:noFill/>
                </a:ln>
                <a:solidFill>
                  <a:schemeClr val="tx1"/>
                </a:solidFill>
                <a:effectLst/>
                <a:latin typeface="Arial" panose="020B0604020202020204" pitchFamily="34" charset="0"/>
              </a:rPr>
              <a:t>Boost </a:t>
            </a:r>
            <a:r>
              <a:rPr kumimoji="0" lang="en-US" altLang="en-US" sz="1600" b="1" i="0" u="none" strike="noStrike" cap="none" normalizeH="0" baseline="0" dirty="0">
                <a:ln>
                  <a:noFill/>
                </a:ln>
                <a:solidFill>
                  <a:schemeClr val="tx1"/>
                </a:solidFill>
                <a:effectLst/>
                <a:latin typeface="Arial" panose="020B0604020202020204" pitchFamily="34" charset="0"/>
              </a:rPr>
              <a:t>efficiency</a:t>
            </a:r>
            <a:r>
              <a:rPr kumimoji="0" lang="en-US" altLang="en-US" sz="1600" b="0" i="0" u="none" strike="noStrike" cap="none" normalizeH="0" baseline="0" dirty="0">
                <a:ln>
                  <a:noFill/>
                </a:ln>
                <a:solidFill>
                  <a:schemeClr val="tx1"/>
                </a:solidFill>
                <a:effectLst/>
                <a:latin typeface="Arial" panose="020B0604020202020204" pitchFamily="34" charset="0"/>
              </a:rPr>
              <a:t> and </a:t>
            </a:r>
            <a:r>
              <a:rPr kumimoji="0" lang="en-US" altLang="en-US" sz="1600" b="1" i="0" u="none" strike="noStrike" cap="none" normalizeH="0" baseline="0" dirty="0">
                <a:ln>
                  <a:noFill/>
                </a:ln>
                <a:solidFill>
                  <a:schemeClr val="tx1"/>
                </a:solidFill>
                <a:effectLst/>
                <a:latin typeface="Arial" panose="020B0604020202020204" pitchFamily="34" charset="0"/>
              </a:rPr>
              <a:t>scalability</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50000"/>
              </a:lnSpc>
              <a:spcBef>
                <a:spcPct val="0"/>
              </a:spcBef>
              <a:spcAft>
                <a:spcPct val="0"/>
              </a:spcAft>
              <a:buClrTx/>
              <a:buSzTx/>
            </a:pPr>
            <a:r>
              <a:rPr kumimoji="0" lang="en-US" altLang="en-US" sz="1600" b="1" i="0" u="none" strike="noStrike" cap="none" normalizeH="0" baseline="0" dirty="0">
                <a:ln>
                  <a:noFill/>
                </a:ln>
                <a:solidFill>
                  <a:schemeClr val="tx1"/>
                </a:solidFill>
                <a:effectLst/>
                <a:latin typeface="Arial" panose="020B0604020202020204" pitchFamily="34" charset="0"/>
              </a:rPr>
              <a:t>Example:</a:t>
            </a:r>
            <a:r>
              <a:rPr lang="en-US" sz="1600" dirty="0"/>
              <a:t>(bugs, features, infra issues)</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91970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anim calcmode="lin" valueType="num">
                                      <p:cBhvr additive="base">
                                        <p:cTn id="11"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8">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anim calcmode="lin" valueType="num">
                                      <p:cBhvr additive="base">
                                        <p:cTn id="15"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8">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anim calcmode="lin" valueType="num">
                                      <p:cBhvr additive="base">
                                        <p:cTn id="19"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3" name="Picture 9" descr="Generated image">
            <a:extLst>
              <a:ext uri="{FF2B5EF4-FFF2-40B4-BE49-F238E27FC236}">
                <a16:creationId xmlns:a16="http://schemas.microsoft.com/office/drawing/2014/main" id="{08BFCDAB-1CBE-AF75-9EEC-AA8094055B4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54424" y="1011751"/>
            <a:ext cx="6412076" cy="427471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72A71FA-8B98-3592-4085-8947A49D66E9}"/>
              </a:ext>
            </a:extLst>
          </p:cNvPr>
          <p:cNvSpPr txBox="1"/>
          <p:nvPr/>
        </p:nvSpPr>
        <p:spPr>
          <a:xfrm>
            <a:off x="7254688" y="1011751"/>
            <a:ext cx="6100482" cy="456535"/>
          </a:xfrm>
          <a:prstGeom prst="rect">
            <a:avLst/>
          </a:prstGeom>
          <a:noFill/>
        </p:spPr>
        <p:txBody>
          <a:bodyPr wrap="square">
            <a:spAutoFit/>
          </a:bodyPr>
          <a:lstStyle/>
          <a:p>
            <a:pPr eaLnBrk="0" fontAlgn="base" hangingPunct="0">
              <a:lnSpc>
                <a:spcPct val="150000"/>
              </a:lnSpc>
              <a:spcBef>
                <a:spcPct val="0"/>
              </a:spcBef>
              <a:spcAft>
                <a:spcPct val="0"/>
              </a:spcAft>
              <a:buClrTx/>
              <a:buSzTx/>
            </a:pPr>
            <a:r>
              <a:rPr kumimoji="0" lang="en-US" altLang="en-US" sz="1800" b="1" i="0" u="none" strike="noStrike" cap="none" normalizeH="0" baseline="0" dirty="0">
                <a:ln>
                  <a:noFill/>
                </a:ln>
                <a:solidFill>
                  <a:schemeClr val="tx1"/>
                </a:solidFill>
                <a:effectLst/>
                <a:latin typeface="Arial" panose="020B0604020202020204" pitchFamily="34" charset="0"/>
              </a:rPr>
              <a:t>Example:</a:t>
            </a:r>
            <a:r>
              <a:rPr lang="en-US" sz="1800" dirty="0"/>
              <a:t>(bugs, features, infra issues)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38984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33"/>
                                        </p:tgtEl>
                                        <p:attrNameLst>
                                          <p:attrName>style.visibility</p:attrName>
                                        </p:attrNameLst>
                                      </p:cBhvr>
                                      <p:to>
                                        <p:strVal val="visible"/>
                                      </p:to>
                                    </p:set>
                                    <p:anim calcmode="lin" valueType="num">
                                      <p:cBhvr additive="base">
                                        <p:cTn id="7" dur="500" fill="hold"/>
                                        <p:tgtEl>
                                          <p:spTgt spid="1033"/>
                                        </p:tgtEl>
                                        <p:attrNameLst>
                                          <p:attrName>ppt_x</p:attrName>
                                        </p:attrNameLst>
                                      </p:cBhvr>
                                      <p:tavLst>
                                        <p:tav tm="0">
                                          <p:val>
                                            <p:strVal val="#ppt_x"/>
                                          </p:val>
                                        </p:tav>
                                        <p:tav tm="100000">
                                          <p:val>
                                            <p:strVal val="#ppt_x"/>
                                          </p:val>
                                        </p:tav>
                                      </p:tavLst>
                                    </p:anim>
                                    <p:anim calcmode="lin" valueType="num">
                                      <p:cBhvr additive="base">
                                        <p:cTn id="8" dur="500" fill="hold"/>
                                        <p:tgtEl>
                                          <p:spTgt spid="103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84F24-A3C3-109E-3A4E-ADB9B7415A01}"/>
              </a:ext>
            </a:extLst>
          </p:cNvPr>
          <p:cNvSpPr>
            <a:spLocks noGrp="1"/>
          </p:cNvSpPr>
          <p:nvPr>
            <p:ph type="title"/>
          </p:nvPr>
        </p:nvSpPr>
        <p:spPr/>
        <p:txBody>
          <a:bodyPr>
            <a:normAutofit/>
          </a:bodyPr>
          <a:lstStyle/>
          <a:p>
            <a:r>
              <a:rPr lang="en-US" sz="2800" b="1" dirty="0"/>
              <a:t>Why use connected agents?</a:t>
            </a:r>
            <a:br>
              <a:rPr lang="en-US" sz="2800" b="1" dirty="0"/>
            </a:br>
            <a:endParaRPr lang="en-US" sz="2800" dirty="0"/>
          </a:p>
        </p:txBody>
      </p:sp>
      <p:sp>
        <p:nvSpPr>
          <p:cNvPr id="3" name="Content Placeholder 2">
            <a:extLst>
              <a:ext uri="{FF2B5EF4-FFF2-40B4-BE49-F238E27FC236}">
                <a16:creationId xmlns:a16="http://schemas.microsoft.com/office/drawing/2014/main" id="{D886CE7E-DF01-4250-B280-0D1FE90B3BBD}"/>
              </a:ext>
            </a:extLst>
          </p:cNvPr>
          <p:cNvSpPr>
            <a:spLocks noGrp="1"/>
          </p:cNvSpPr>
          <p:nvPr>
            <p:ph idx="1"/>
          </p:nvPr>
        </p:nvSpPr>
        <p:spPr/>
        <p:txBody>
          <a:bodyPr/>
          <a:lstStyle/>
          <a:p>
            <a:r>
              <a:rPr lang="en-US" dirty="0"/>
              <a:t>Build modular solutions</a:t>
            </a:r>
          </a:p>
          <a:p>
            <a:r>
              <a:rPr lang="en-US" dirty="0"/>
              <a:t>Specialized capabilities per agent</a:t>
            </a:r>
          </a:p>
          <a:p>
            <a:r>
              <a:rPr lang="en-US" dirty="0"/>
              <a:t>Scaling</a:t>
            </a:r>
          </a:p>
          <a:p>
            <a:r>
              <a:rPr lang="en-US" dirty="0"/>
              <a:t>Improved reliability and traceability</a:t>
            </a:r>
          </a:p>
          <a:p>
            <a:r>
              <a:rPr lang="en-US" dirty="0"/>
              <a:t>Flexible and extensible</a:t>
            </a:r>
          </a:p>
        </p:txBody>
      </p:sp>
    </p:spTree>
    <p:extLst>
      <p:ext uri="{BB962C8B-B14F-4D97-AF65-F5344CB8AC3E}">
        <p14:creationId xmlns:p14="http://schemas.microsoft.com/office/powerpoint/2010/main" val="34014641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F27F65-1338-71C4-2132-79059A85DE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9B4B85-2EA6-DB50-96C7-5C346ADB5CCE}"/>
              </a:ext>
            </a:extLst>
          </p:cNvPr>
          <p:cNvSpPr>
            <a:spLocks noGrp="1"/>
          </p:cNvSpPr>
          <p:nvPr>
            <p:ph type="title"/>
          </p:nvPr>
        </p:nvSpPr>
        <p:spPr>
          <a:xfrm>
            <a:off x="1175093" y="2656618"/>
            <a:ext cx="9603275" cy="1049235"/>
          </a:xfrm>
        </p:spPr>
        <p:txBody>
          <a:bodyPr>
            <a:normAutofit fontScale="90000"/>
          </a:bodyPr>
          <a:lstStyle/>
          <a:p>
            <a:r>
              <a:rPr lang="en-US" b="1" dirty="0"/>
              <a:t>Design a multi-agent solution with connected agents</a:t>
            </a:r>
            <a:br>
              <a:rPr lang="en-US" b="1" dirty="0"/>
            </a:br>
            <a:endParaRPr lang="en-US" dirty="0"/>
          </a:p>
        </p:txBody>
      </p:sp>
    </p:spTree>
    <p:extLst>
      <p:ext uri="{BB962C8B-B14F-4D97-AF65-F5344CB8AC3E}">
        <p14:creationId xmlns:p14="http://schemas.microsoft.com/office/powerpoint/2010/main" val="28732035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D3A70-CB28-0B23-5CC6-C3F950B3D632}"/>
              </a:ext>
            </a:extLst>
          </p:cNvPr>
          <p:cNvSpPr>
            <a:spLocks noGrp="1"/>
          </p:cNvSpPr>
          <p:nvPr>
            <p:ph type="title"/>
          </p:nvPr>
        </p:nvSpPr>
        <p:spPr>
          <a:xfrm>
            <a:off x="1130270" y="953325"/>
            <a:ext cx="9603275" cy="565760"/>
          </a:xfrm>
        </p:spPr>
        <p:txBody>
          <a:bodyPr>
            <a:normAutofit fontScale="90000"/>
          </a:bodyPr>
          <a:lstStyle/>
          <a:p>
            <a:r>
              <a:rPr lang="en-US" b="1" dirty="0"/>
              <a:t>Design a multi-agent solution with connected agents</a:t>
            </a:r>
            <a:br>
              <a:rPr lang="en-US" b="1" dirty="0"/>
            </a:br>
            <a:endParaRPr lang="en-US" dirty="0"/>
          </a:p>
        </p:txBody>
      </p:sp>
      <p:pic>
        <p:nvPicPr>
          <p:cNvPr id="7" name="Picture 6">
            <a:extLst>
              <a:ext uri="{FF2B5EF4-FFF2-40B4-BE49-F238E27FC236}">
                <a16:creationId xmlns:a16="http://schemas.microsoft.com/office/drawing/2014/main" id="{5CD4F969-648F-D6B2-FD2C-26694D464FBD}"/>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6795539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8709C-C499-8C74-AC2A-C7EF3CF4C266}"/>
              </a:ext>
            </a:extLst>
          </p:cNvPr>
          <p:cNvSpPr>
            <a:spLocks noGrp="1"/>
          </p:cNvSpPr>
          <p:nvPr>
            <p:ph type="title"/>
          </p:nvPr>
        </p:nvSpPr>
        <p:spPr>
          <a:xfrm>
            <a:off x="1130269" y="953324"/>
            <a:ext cx="10389377" cy="1049235"/>
          </a:xfrm>
        </p:spPr>
        <p:txBody>
          <a:bodyPr>
            <a:normAutofit/>
          </a:bodyPr>
          <a:lstStyle/>
          <a:p>
            <a:r>
              <a:rPr lang="en-US" b="1" dirty="0"/>
              <a:t>Module-5: Integrate MCP Tools with Azure AI Agents </a:t>
            </a:r>
          </a:p>
        </p:txBody>
      </p:sp>
      <p:sp>
        <p:nvSpPr>
          <p:cNvPr id="3" name="Content Placeholder 2">
            <a:extLst>
              <a:ext uri="{FF2B5EF4-FFF2-40B4-BE49-F238E27FC236}">
                <a16:creationId xmlns:a16="http://schemas.microsoft.com/office/drawing/2014/main" id="{3BF56D73-2D39-3EC1-3798-B2898B6B5FFE}"/>
              </a:ext>
            </a:extLst>
          </p:cNvPr>
          <p:cNvSpPr>
            <a:spLocks noGrp="1"/>
          </p:cNvSpPr>
          <p:nvPr>
            <p:ph idx="1"/>
          </p:nvPr>
        </p:nvSpPr>
        <p:spPr/>
        <p:txBody>
          <a:bodyPr>
            <a:normAutofit/>
          </a:bodyPr>
          <a:lstStyle/>
          <a:p>
            <a:pPr>
              <a:lnSpc>
                <a:spcPct val="150000"/>
              </a:lnSpc>
            </a:pPr>
            <a:r>
              <a:rPr lang="en-US" sz="1600" dirty="0"/>
              <a:t>Explain the roles of the MCP server and client in tool discovery and invocation.</a:t>
            </a:r>
          </a:p>
          <a:p>
            <a:pPr>
              <a:lnSpc>
                <a:spcPct val="150000"/>
              </a:lnSpc>
            </a:pPr>
            <a:r>
              <a:rPr lang="en-US" sz="1600" dirty="0"/>
              <a:t>Wrap MCP tools as asynchronous functions and register them with Azure AI agents.</a:t>
            </a:r>
          </a:p>
          <a:p>
            <a:pPr>
              <a:lnSpc>
                <a:spcPct val="150000"/>
              </a:lnSpc>
            </a:pPr>
            <a:r>
              <a:rPr lang="en-US" sz="1600" dirty="0"/>
              <a:t>Build an Azure AI agent that dynamically accesses and calls MCP tools during runtime.</a:t>
            </a:r>
          </a:p>
          <a:p>
            <a:pPr>
              <a:lnSpc>
                <a:spcPct val="150000"/>
              </a:lnSpc>
            </a:pPr>
            <a:endParaRPr lang="en-US" sz="1600" dirty="0"/>
          </a:p>
        </p:txBody>
      </p:sp>
    </p:spTree>
    <p:extLst>
      <p:ext uri="{BB962C8B-B14F-4D97-AF65-F5344CB8AC3E}">
        <p14:creationId xmlns:p14="http://schemas.microsoft.com/office/powerpoint/2010/main" val="3846757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65A5DE-8022-FA9F-D32B-1E49286603F4}"/>
              </a:ext>
            </a:extLst>
          </p:cNvPr>
          <p:cNvSpPr>
            <a:spLocks noGrp="1"/>
          </p:cNvSpPr>
          <p:nvPr>
            <p:ph type="title"/>
          </p:nvPr>
        </p:nvSpPr>
        <p:spPr/>
        <p:txBody>
          <a:bodyPr/>
          <a:lstStyle/>
          <a:p>
            <a:r>
              <a:rPr lang="en-US" b="1" dirty="0"/>
              <a:t>Why use dynamic tool discovery with MCP?</a:t>
            </a:r>
            <a:br>
              <a:rPr lang="en-US" b="1" dirty="0"/>
            </a:br>
            <a:endParaRPr lang="en-US" dirty="0"/>
          </a:p>
        </p:txBody>
      </p:sp>
      <p:sp>
        <p:nvSpPr>
          <p:cNvPr id="3" name="Content Placeholder 2">
            <a:extLst>
              <a:ext uri="{FF2B5EF4-FFF2-40B4-BE49-F238E27FC236}">
                <a16:creationId xmlns:a16="http://schemas.microsoft.com/office/drawing/2014/main" id="{B7245F18-7972-DFB9-08BE-545A1DD86D27}"/>
              </a:ext>
            </a:extLst>
          </p:cNvPr>
          <p:cNvSpPr>
            <a:spLocks noGrp="1"/>
          </p:cNvSpPr>
          <p:nvPr>
            <p:ph idx="1"/>
          </p:nvPr>
        </p:nvSpPr>
        <p:spPr/>
        <p:txBody>
          <a:bodyPr/>
          <a:lstStyle/>
          <a:p>
            <a:r>
              <a:rPr lang="en-US" sz="1800" dirty="0"/>
              <a:t>Scalability: Easily add new tools or update existing ones without redeploying agents.</a:t>
            </a:r>
          </a:p>
          <a:p>
            <a:r>
              <a:rPr lang="en-US" sz="1800" dirty="0"/>
              <a:t>Modularity: Agents can remain simple, focusing on delegation rather than managing tool details.</a:t>
            </a:r>
          </a:p>
          <a:p>
            <a:r>
              <a:rPr lang="en-US" sz="1800" dirty="0"/>
              <a:t>Maintainability: Centralized tool management reduces duplication and errors.</a:t>
            </a:r>
          </a:p>
          <a:p>
            <a:r>
              <a:rPr lang="en-US" sz="1800" dirty="0"/>
              <a:t>Flexibility: Supports diverse tool types and complex workflows by aggregating capabilities.</a:t>
            </a:r>
          </a:p>
          <a:p>
            <a:endParaRPr lang="en-US" dirty="0"/>
          </a:p>
        </p:txBody>
      </p:sp>
    </p:spTree>
    <p:extLst>
      <p:ext uri="{BB962C8B-B14F-4D97-AF65-F5344CB8AC3E}">
        <p14:creationId xmlns:p14="http://schemas.microsoft.com/office/powerpoint/2010/main" val="7926292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86381-9EAC-BC41-537B-DC1136890D10}"/>
              </a:ext>
            </a:extLst>
          </p:cNvPr>
          <p:cNvSpPr>
            <a:spLocks noGrp="1"/>
          </p:cNvSpPr>
          <p:nvPr>
            <p:ph type="title"/>
          </p:nvPr>
        </p:nvSpPr>
        <p:spPr/>
        <p:txBody>
          <a:bodyPr/>
          <a:lstStyle/>
          <a:p>
            <a:r>
              <a:rPr lang="en-US" b="1" dirty="0"/>
              <a:t>Register tools with an Azure AI Agent</a:t>
            </a:r>
            <a:br>
              <a:rPr lang="en-US" b="1" dirty="0"/>
            </a:br>
            <a:endParaRPr lang="en-US" dirty="0"/>
          </a:p>
        </p:txBody>
      </p:sp>
      <p:sp>
        <p:nvSpPr>
          <p:cNvPr id="3" name="Content Placeholder 2">
            <a:extLst>
              <a:ext uri="{FF2B5EF4-FFF2-40B4-BE49-F238E27FC236}">
                <a16:creationId xmlns:a16="http://schemas.microsoft.com/office/drawing/2014/main" id="{41434914-0305-4D5E-C157-4348F7640B0E}"/>
              </a:ext>
            </a:extLst>
          </p:cNvPr>
          <p:cNvSpPr>
            <a:spLocks noGrp="1"/>
          </p:cNvSpPr>
          <p:nvPr>
            <p:ph idx="1"/>
          </p:nvPr>
        </p:nvSpPr>
        <p:spPr/>
        <p:txBody>
          <a:bodyPr/>
          <a:lstStyle/>
          <a:p>
            <a:r>
              <a:rPr lang="en-US" dirty="0"/>
              <a:t>Tool definitions decorated with @mcp.tool.</a:t>
            </a:r>
          </a:p>
          <a:p>
            <a:r>
              <a:rPr lang="en-US" dirty="0"/>
              <a:t>The MCP client initializes an MCP client connection to the server.</a:t>
            </a:r>
          </a:p>
          <a:p>
            <a:r>
              <a:rPr lang="en-US" dirty="0" err="1"/>
              <a:t>session.list_tools</a:t>
            </a:r>
            <a:r>
              <a:rPr lang="en-US" dirty="0"/>
              <a:t>().</a:t>
            </a:r>
          </a:p>
          <a:p>
            <a:r>
              <a:rPr lang="en-US" dirty="0" err="1"/>
              <a:t>session.call_tool</a:t>
            </a:r>
            <a:endParaRPr lang="en-US" dirty="0"/>
          </a:p>
          <a:p>
            <a:r>
              <a:rPr lang="en-US" dirty="0" err="1"/>
              <a:t>FunctionTool</a:t>
            </a:r>
            <a:r>
              <a:rPr lang="en-US" dirty="0"/>
              <a:t> that makes them usable by the agent.</a:t>
            </a:r>
          </a:p>
        </p:txBody>
      </p:sp>
    </p:spTree>
    <p:extLst>
      <p:ext uri="{BB962C8B-B14F-4D97-AF65-F5344CB8AC3E}">
        <p14:creationId xmlns:p14="http://schemas.microsoft.com/office/powerpoint/2010/main" val="4147224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B439B2-BAAD-5928-FD56-33F3D161C063}"/>
              </a:ext>
            </a:extLst>
          </p:cNvPr>
          <p:cNvSpPr>
            <a:spLocks noGrp="1"/>
          </p:cNvSpPr>
          <p:nvPr>
            <p:ph type="title"/>
          </p:nvPr>
        </p:nvSpPr>
        <p:spPr/>
        <p:txBody>
          <a:bodyPr/>
          <a:lstStyle/>
          <a:p>
            <a:r>
              <a:rPr lang="en-US" b="1" dirty="0"/>
              <a:t>Module-6: </a:t>
            </a:r>
            <a:r>
              <a:rPr lang="en-US" sz="2800" b="1" dirty="0"/>
              <a:t>Develop an AI agent with Semantic Kernel</a:t>
            </a:r>
            <a:endParaRPr lang="en-US" dirty="0"/>
          </a:p>
        </p:txBody>
      </p:sp>
      <p:sp>
        <p:nvSpPr>
          <p:cNvPr id="3" name="Content Placeholder 2">
            <a:extLst>
              <a:ext uri="{FF2B5EF4-FFF2-40B4-BE49-F238E27FC236}">
                <a16:creationId xmlns:a16="http://schemas.microsoft.com/office/drawing/2014/main" id="{591CFF23-22EB-3F38-1684-FEDD00BB8116}"/>
              </a:ext>
            </a:extLst>
          </p:cNvPr>
          <p:cNvSpPr>
            <a:spLocks noGrp="1"/>
          </p:cNvSpPr>
          <p:nvPr>
            <p:ph idx="1"/>
          </p:nvPr>
        </p:nvSpPr>
        <p:spPr/>
        <p:txBody>
          <a:bodyPr/>
          <a:lstStyle/>
          <a:p>
            <a:pPr>
              <a:buFont typeface="Wingdings" panose="05000000000000000000" pitchFamily="2" charset="2"/>
              <a:buChar char="v"/>
            </a:pPr>
            <a:r>
              <a:rPr lang="en-US" dirty="0"/>
              <a:t>By the end of this module, you'll be able to:</a:t>
            </a:r>
          </a:p>
          <a:p>
            <a:pPr lvl="1"/>
            <a:r>
              <a:rPr lang="en-US" sz="1600" dirty="0"/>
              <a:t>Use Semantic Kernel to connect to an Azure AI Foundry project</a:t>
            </a:r>
          </a:p>
          <a:p>
            <a:pPr lvl="1"/>
            <a:r>
              <a:rPr lang="en-US" sz="1600" dirty="0"/>
              <a:t>Create Azure AI Foundry Agent Service agents using the Semantic Kernel SDK</a:t>
            </a:r>
          </a:p>
          <a:p>
            <a:pPr lvl="1"/>
            <a:r>
              <a:rPr lang="en-US" sz="1600" dirty="0"/>
              <a:t>Integrate plugin functions with your AI agent</a:t>
            </a:r>
          </a:p>
          <a:p>
            <a:endParaRPr lang="en-US" dirty="0"/>
          </a:p>
        </p:txBody>
      </p:sp>
    </p:spTree>
    <p:extLst>
      <p:ext uri="{BB962C8B-B14F-4D97-AF65-F5344CB8AC3E}">
        <p14:creationId xmlns:p14="http://schemas.microsoft.com/office/powerpoint/2010/main" val="24077197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D816B-0093-D581-D22D-B75FA85358D8}"/>
              </a:ext>
            </a:extLst>
          </p:cNvPr>
          <p:cNvSpPr>
            <a:spLocks noGrp="1"/>
          </p:cNvSpPr>
          <p:nvPr>
            <p:ph type="title"/>
          </p:nvPr>
        </p:nvSpPr>
        <p:spPr/>
        <p:txBody>
          <a:bodyPr/>
          <a:lstStyle/>
          <a:p>
            <a:r>
              <a:rPr lang="en-US" b="1" dirty="0"/>
              <a:t>Introduction</a:t>
            </a:r>
          </a:p>
        </p:txBody>
      </p:sp>
      <p:sp>
        <p:nvSpPr>
          <p:cNvPr id="3" name="Content Placeholder 2">
            <a:extLst>
              <a:ext uri="{FF2B5EF4-FFF2-40B4-BE49-F238E27FC236}">
                <a16:creationId xmlns:a16="http://schemas.microsoft.com/office/drawing/2014/main" id="{EBA837B0-F8DB-10E4-7DE5-1B35F8A77C75}"/>
              </a:ext>
            </a:extLst>
          </p:cNvPr>
          <p:cNvSpPr>
            <a:spLocks noGrp="1"/>
          </p:cNvSpPr>
          <p:nvPr>
            <p:ph idx="1"/>
          </p:nvPr>
        </p:nvSpPr>
        <p:spPr/>
        <p:txBody>
          <a:bodyPr/>
          <a:lstStyle/>
          <a:p>
            <a:pPr marL="0" indent="0">
              <a:buNone/>
            </a:pPr>
            <a:r>
              <a:rPr lang="en-US" b="1" dirty="0"/>
              <a:t>💡 What is Semantic Kernel?</a:t>
            </a:r>
          </a:p>
          <a:p>
            <a:r>
              <a:rPr lang="en-US" sz="1600" dirty="0"/>
              <a:t>Semantic Kernel is an open-source SDK by Microsoft that enables developers to build AI agents powered by LLMs. It acts as a </a:t>
            </a:r>
            <a:r>
              <a:rPr lang="en-US" sz="1600" b="1" dirty="0"/>
              <a:t>bridge between AI models and your application logic</a:t>
            </a:r>
            <a:r>
              <a:rPr lang="en-US" sz="1600" dirty="0"/>
              <a:t>, making it easy to:</a:t>
            </a:r>
          </a:p>
          <a:p>
            <a:r>
              <a:rPr lang="en-US" sz="1600" dirty="0"/>
              <a:t>Integrate </a:t>
            </a:r>
            <a:r>
              <a:rPr lang="en-US" sz="1600" b="1" dirty="0"/>
              <a:t>LLMs</a:t>
            </a:r>
            <a:r>
              <a:rPr lang="en-US" sz="1600" dirty="0"/>
              <a:t> (OpenAI, Azure OpenAI)</a:t>
            </a:r>
          </a:p>
          <a:p>
            <a:r>
              <a:rPr lang="en-US" sz="1600" dirty="0"/>
              <a:t>Combine AI with traditional code and external APIs</a:t>
            </a:r>
          </a:p>
          <a:p>
            <a:r>
              <a:rPr lang="en-US" sz="1600" dirty="0"/>
              <a:t>Compose </a:t>
            </a:r>
            <a:r>
              <a:rPr lang="en-US" sz="1600" b="1" dirty="0"/>
              <a:t>functions</a:t>
            </a:r>
            <a:r>
              <a:rPr lang="en-US" sz="1600" dirty="0"/>
              <a:t> and </a:t>
            </a:r>
            <a:r>
              <a:rPr lang="en-US" sz="1600" b="1" dirty="0"/>
              <a:t>skills</a:t>
            </a:r>
            <a:r>
              <a:rPr lang="en-US" sz="1600" dirty="0"/>
              <a:t> to execute real-world tasks</a:t>
            </a:r>
          </a:p>
          <a:p>
            <a:endParaRPr lang="en-US" dirty="0"/>
          </a:p>
        </p:txBody>
      </p:sp>
    </p:spTree>
    <p:extLst>
      <p:ext uri="{BB962C8B-B14F-4D97-AF65-F5344CB8AC3E}">
        <p14:creationId xmlns:p14="http://schemas.microsoft.com/office/powerpoint/2010/main" val="29831387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34F0B9-EC0F-2FE7-934D-2F8C966E84B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C2D5D06-273E-5A63-6B0B-06C2274205CD}"/>
              </a:ext>
            </a:extLst>
          </p:cNvPr>
          <p:cNvSpPr>
            <a:spLocks noGrp="1"/>
          </p:cNvSpPr>
          <p:nvPr>
            <p:ph idx="1"/>
          </p:nvPr>
        </p:nvSpPr>
        <p:spPr/>
        <p:txBody>
          <a:bodyPr/>
          <a:lstStyle/>
          <a:p>
            <a:pPr marL="0" indent="0">
              <a:lnSpc>
                <a:spcPct val="150000"/>
              </a:lnSpc>
              <a:buNone/>
            </a:pPr>
            <a:r>
              <a:rPr lang="en-US" b="1" dirty="0"/>
              <a:t>⚙️ Core Components</a:t>
            </a:r>
          </a:p>
          <a:p>
            <a:pPr lvl="1">
              <a:lnSpc>
                <a:spcPct val="150000"/>
              </a:lnSpc>
            </a:pPr>
            <a:r>
              <a:rPr lang="en-US" sz="1600" b="1" dirty="0"/>
              <a:t>Kernel</a:t>
            </a:r>
            <a:r>
              <a:rPr lang="en-US" sz="1600" dirty="0"/>
              <a:t>: Central orchestrator that manages prompts, functions, and plugins</a:t>
            </a:r>
          </a:p>
          <a:p>
            <a:pPr lvl="1">
              <a:lnSpc>
                <a:spcPct val="150000"/>
              </a:lnSpc>
            </a:pPr>
            <a:r>
              <a:rPr lang="en-US" sz="1600" b="1" dirty="0"/>
              <a:t>Plugins</a:t>
            </a:r>
            <a:r>
              <a:rPr lang="en-US" sz="1600" dirty="0"/>
              <a:t>: Collections of semantic or native functions (e.g., file I/O, API calls)</a:t>
            </a:r>
          </a:p>
          <a:p>
            <a:pPr lvl="1">
              <a:lnSpc>
                <a:spcPct val="150000"/>
              </a:lnSpc>
            </a:pPr>
            <a:r>
              <a:rPr lang="en-US" sz="1600" b="1" dirty="0"/>
              <a:t>Functions</a:t>
            </a:r>
            <a:r>
              <a:rPr lang="en-US" sz="1600" dirty="0"/>
              <a:t>: Modular units of logic (semantic prompts or native code)</a:t>
            </a:r>
          </a:p>
          <a:p>
            <a:pPr lvl="1">
              <a:lnSpc>
                <a:spcPct val="150000"/>
              </a:lnSpc>
            </a:pPr>
            <a:r>
              <a:rPr lang="en-US" sz="1600" b="1" dirty="0"/>
              <a:t>Planners</a:t>
            </a:r>
            <a:r>
              <a:rPr lang="en-US" sz="1600" dirty="0"/>
              <a:t>: Enable task decomposition and sequencing for complex goals</a:t>
            </a:r>
          </a:p>
          <a:p>
            <a:pPr lvl="1">
              <a:lnSpc>
                <a:spcPct val="150000"/>
              </a:lnSpc>
            </a:pPr>
            <a:r>
              <a:rPr lang="en-US" sz="1600" b="1" dirty="0"/>
              <a:t>Connectors</a:t>
            </a:r>
            <a:r>
              <a:rPr lang="en-US" sz="1600" dirty="0"/>
              <a:t>: Integration with external systems (e.g., calendars, emails, databases)</a:t>
            </a:r>
          </a:p>
          <a:p>
            <a:endParaRPr lang="en-US" dirty="0"/>
          </a:p>
        </p:txBody>
      </p:sp>
    </p:spTree>
    <p:extLst>
      <p:ext uri="{BB962C8B-B14F-4D97-AF65-F5344CB8AC3E}">
        <p14:creationId xmlns:p14="http://schemas.microsoft.com/office/powerpoint/2010/main" val="19474185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0A7A4-7C82-BCD0-2DF4-E7D10F262CE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BF7D8B0-2B13-5845-FB97-27CBC1A7C876}"/>
              </a:ext>
            </a:extLst>
          </p:cNvPr>
          <p:cNvSpPr>
            <a:spLocks noGrp="1"/>
          </p:cNvSpPr>
          <p:nvPr>
            <p:ph idx="1"/>
          </p:nvPr>
        </p:nvSpPr>
        <p:spPr/>
        <p:txBody>
          <a:bodyPr>
            <a:normAutofit/>
          </a:bodyPr>
          <a:lstStyle/>
          <a:p>
            <a:pPr marL="0" indent="0">
              <a:buNone/>
            </a:pPr>
            <a:r>
              <a:rPr lang="en-US" b="1" dirty="0"/>
              <a:t>🧩 Agent Framework in Semantic Kernel</a:t>
            </a:r>
          </a:p>
          <a:p>
            <a:pPr lvl="1">
              <a:lnSpc>
                <a:spcPct val="150000"/>
              </a:lnSpc>
            </a:pPr>
            <a:r>
              <a:rPr lang="en-US" sz="1400" dirty="0" err="1"/>
              <a:t>ChatCompletionAgent</a:t>
            </a:r>
            <a:r>
              <a:rPr lang="en-US" sz="1400" dirty="0"/>
              <a:t> – LLM-backed chat-style agent</a:t>
            </a:r>
          </a:p>
          <a:p>
            <a:pPr lvl="1">
              <a:lnSpc>
                <a:spcPct val="150000"/>
              </a:lnSpc>
            </a:pPr>
            <a:r>
              <a:rPr lang="en-US" sz="1400" dirty="0" err="1"/>
              <a:t>AzureAIAgent</a:t>
            </a:r>
            <a:r>
              <a:rPr lang="en-US" sz="1400" dirty="0"/>
              <a:t> – Built for Azure AI Foundry Agent Service</a:t>
            </a:r>
          </a:p>
          <a:p>
            <a:pPr lvl="1">
              <a:lnSpc>
                <a:spcPct val="150000"/>
              </a:lnSpc>
            </a:pPr>
            <a:r>
              <a:rPr lang="en-US" sz="1400" dirty="0" err="1"/>
              <a:t>OpenAIAssistantAgent</a:t>
            </a:r>
            <a:r>
              <a:rPr lang="en-US" sz="1400" dirty="0"/>
              <a:t> – Compatible with OpenAI Assistants API</a:t>
            </a:r>
          </a:p>
          <a:p>
            <a:pPr lvl="1">
              <a:lnSpc>
                <a:spcPct val="150000"/>
              </a:lnSpc>
            </a:pPr>
            <a:r>
              <a:rPr lang="en-US" sz="1400" dirty="0" err="1"/>
              <a:t>GroupChat</a:t>
            </a:r>
            <a:r>
              <a:rPr lang="en-US" sz="1400" dirty="0"/>
              <a:t> – For multi-agent collaboration and orchestration</a:t>
            </a:r>
          </a:p>
        </p:txBody>
      </p:sp>
    </p:spTree>
    <p:extLst>
      <p:ext uri="{BB962C8B-B14F-4D97-AF65-F5344CB8AC3E}">
        <p14:creationId xmlns:p14="http://schemas.microsoft.com/office/powerpoint/2010/main" val="3979201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C689C-B3BF-8DAA-9427-C63A3DF4D1E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A162A99-74CE-DD5B-8C56-1316470F125D}"/>
              </a:ext>
            </a:extLst>
          </p:cNvPr>
          <p:cNvSpPr>
            <a:spLocks noGrp="1"/>
          </p:cNvSpPr>
          <p:nvPr>
            <p:ph idx="1"/>
          </p:nvPr>
        </p:nvSpPr>
        <p:spPr/>
        <p:txBody>
          <a:bodyPr/>
          <a:lstStyle/>
          <a:p>
            <a:r>
              <a:rPr lang="en-US" b="1" dirty="0"/>
              <a:t>🛠️ Developer Capabilities</a:t>
            </a:r>
          </a:p>
          <a:p>
            <a:pPr lvl="1"/>
            <a:r>
              <a:rPr lang="en-US" sz="1600" dirty="0"/>
              <a:t>Rapid prototyping of agents with minimal code</a:t>
            </a:r>
          </a:p>
          <a:p>
            <a:pPr lvl="1"/>
            <a:r>
              <a:rPr lang="en-US" sz="1600" dirty="0"/>
              <a:t>Add </a:t>
            </a:r>
            <a:r>
              <a:rPr lang="en-US" sz="1600" b="1" dirty="0"/>
              <a:t>natural language reasoning</a:t>
            </a:r>
            <a:r>
              <a:rPr lang="en-US" sz="1600" dirty="0"/>
              <a:t> into apps</a:t>
            </a:r>
          </a:p>
          <a:p>
            <a:pPr lvl="1"/>
            <a:r>
              <a:rPr lang="en-US" sz="1600" dirty="0"/>
              <a:t>Call </a:t>
            </a:r>
            <a:r>
              <a:rPr lang="en-US" sz="1600" b="1" dirty="0"/>
              <a:t>custom or built-in plugins</a:t>
            </a:r>
            <a:r>
              <a:rPr lang="en-US" sz="1600" dirty="0"/>
              <a:t> from your agents</a:t>
            </a:r>
          </a:p>
          <a:p>
            <a:pPr lvl="1"/>
            <a:r>
              <a:rPr lang="en-US" sz="1600" dirty="0"/>
              <a:t>Easily switch between </a:t>
            </a:r>
            <a:r>
              <a:rPr lang="en-US" sz="1600" b="1" dirty="0"/>
              <a:t>Azure</a:t>
            </a:r>
            <a:r>
              <a:rPr lang="en-US" sz="1600" dirty="0"/>
              <a:t> and </a:t>
            </a:r>
            <a:r>
              <a:rPr lang="en-US" sz="1600" b="1" dirty="0"/>
              <a:t>OpenAI</a:t>
            </a:r>
            <a:r>
              <a:rPr lang="en-US" sz="1600" dirty="0"/>
              <a:t> backends</a:t>
            </a:r>
          </a:p>
          <a:p>
            <a:pPr lvl="1"/>
            <a:r>
              <a:rPr lang="en-US" sz="1600" dirty="0"/>
              <a:t>Support for </a:t>
            </a:r>
            <a:r>
              <a:rPr lang="en-US" sz="1600" b="1" dirty="0"/>
              <a:t>memory</a:t>
            </a:r>
            <a:r>
              <a:rPr lang="en-US" sz="1600" dirty="0"/>
              <a:t>, </a:t>
            </a:r>
            <a:r>
              <a:rPr lang="en-US" sz="1600" b="1" dirty="0"/>
              <a:t>token limits</a:t>
            </a:r>
            <a:r>
              <a:rPr lang="en-US" sz="1600" dirty="0"/>
              <a:t>, </a:t>
            </a:r>
            <a:r>
              <a:rPr lang="en-US" sz="1600" b="1" dirty="0"/>
              <a:t>tool selection</a:t>
            </a:r>
            <a:r>
              <a:rPr lang="en-US" sz="1600" dirty="0"/>
              <a:t>, and more</a:t>
            </a:r>
          </a:p>
          <a:p>
            <a:pPr marL="0" indent="0">
              <a:buNone/>
            </a:pPr>
            <a:endParaRPr lang="en-US" dirty="0"/>
          </a:p>
        </p:txBody>
      </p:sp>
    </p:spTree>
    <p:extLst>
      <p:ext uri="{BB962C8B-B14F-4D97-AF65-F5344CB8AC3E}">
        <p14:creationId xmlns:p14="http://schemas.microsoft.com/office/powerpoint/2010/main" val="7545170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E7A90-E260-88F9-5DD8-A3422BB1514D}"/>
              </a:ext>
            </a:extLst>
          </p:cNvPr>
          <p:cNvSpPr>
            <a:spLocks noGrp="1"/>
          </p:cNvSpPr>
          <p:nvPr>
            <p:ph type="title"/>
          </p:nvPr>
        </p:nvSpPr>
        <p:spPr/>
        <p:txBody>
          <a:bodyPr/>
          <a:lstStyle/>
          <a:p>
            <a:r>
              <a:rPr lang="en-US" b="1" dirty="0"/>
              <a:t>Semantic Kernel core components</a:t>
            </a:r>
            <a:br>
              <a:rPr lang="en-US" b="1" dirty="0"/>
            </a:br>
            <a:endParaRPr lang="en-US" dirty="0"/>
          </a:p>
        </p:txBody>
      </p:sp>
      <p:sp>
        <p:nvSpPr>
          <p:cNvPr id="3" name="Content Placeholder 2">
            <a:extLst>
              <a:ext uri="{FF2B5EF4-FFF2-40B4-BE49-F238E27FC236}">
                <a16:creationId xmlns:a16="http://schemas.microsoft.com/office/drawing/2014/main" id="{C6BAC842-C6C3-D365-0AE6-F0504BC52984}"/>
              </a:ext>
            </a:extLst>
          </p:cNvPr>
          <p:cNvSpPr>
            <a:spLocks noGrp="1"/>
          </p:cNvSpPr>
          <p:nvPr>
            <p:ph idx="1"/>
          </p:nvPr>
        </p:nvSpPr>
        <p:spPr/>
        <p:txBody>
          <a:bodyPr>
            <a:normAutofit fontScale="85000" lnSpcReduction="10000"/>
          </a:bodyPr>
          <a:lstStyle/>
          <a:p>
            <a:r>
              <a:rPr lang="en-US" dirty="0"/>
              <a:t>The Semantic Kernel offers different components that can be used individually or combined.</a:t>
            </a:r>
          </a:p>
          <a:p>
            <a:r>
              <a:rPr lang="en-US" sz="1600" b="1" dirty="0"/>
              <a:t>AI service connectors</a:t>
            </a:r>
            <a:r>
              <a:rPr lang="en-US" sz="1600" dirty="0"/>
              <a:t> - connect the code to AI services from different providers under a common interface. Supported services include Chat Completion, Text Generation, and more.</a:t>
            </a:r>
          </a:p>
          <a:p>
            <a:r>
              <a:rPr lang="en-US" sz="1600" b="1" dirty="0"/>
              <a:t>Memory connectors</a:t>
            </a:r>
            <a:r>
              <a:rPr lang="en-US" sz="1600" dirty="0"/>
              <a:t> - expose vector stores from other providers under a common interface.</a:t>
            </a:r>
          </a:p>
          <a:p>
            <a:r>
              <a:rPr lang="en-US" sz="1600" b="1" dirty="0"/>
              <a:t>Functions and plugins</a:t>
            </a:r>
            <a:r>
              <a:rPr lang="en-US" sz="1600" dirty="0"/>
              <a:t> - containers for functions that are registered with the kernel. Once registered, functions can be invoked by the AI or through prompt templates.</a:t>
            </a:r>
          </a:p>
          <a:p>
            <a:r>
              <a:rPr lang="en-US" sz="1600" b="1" dirty="0"/>
              <a:t>Prompt templates</a:t>
            </a:r>
            <a:r>
              <a:rPr lang="en-US" sz="1600" dirty="0"/>
              <a:t> - combine instructions, user input, and function outputs into a reusable format. Prompt templates allow AI models to execute predefined steps dynamically.</a:t>
            </a:r>
          </a:p>
          <a:p>
            <a:r>
              <a:rPr lang="en-US" sz="1600" b="1" dirty="0"/>
              <a:t>Filters</a:t>
            </a:r>
            <a:r>
              <a:rPr lang="en-US" sz="1600" dirty="0"/>
              <a:t> - allow custom actions to be performed before and after a function or prompt is invoked. When registered, function filters act as outer layers and prompt filters as inner layers.</a:t>
            </a:r>
          </a:p>
          <a:p>
            <a:endParaRPr lang="en-US" dirty="0"/>
          </a:p>
        </p:txBody>
      </p:sp>
    </p:spTree>
    <p:extLst>
      <p:ext uri="{BB962C8B-B14F-4D97-AF65-F5344CB8AC3E}">
        <p14:creationId xmlns:p14="http://schemas.microsoft.com/office/powerpoint/2010/main" val="31421625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F010D-95A7-1345-47E3-B90A7472E962}"/>
              </a:ext>
            </a:extLst>
          </p:cNvPr>
          <p:cNvSpPr>
            <a:spLocks noGrp="1"/>
          </p:cNvSpPr>
          <p:nvPr>
            <p:ph type="title"/>
          </p:nvPr>
        </p:nvSpPr>
        <p:spPr/>
        <p:txBody>
          <a:bodyPr>
            <a:normAutofit fontScale="90000"/>
          </a:bodyPr>
          <a:lstStyle/>
          <a:p>
            <a:r>
              <a:rPr lang="en-US" b="1" dirty="0"/>
              <a:t>Module 7: Orchestrate a multi-agent solution using Semantic Kernel</a:t>
            </a:r>
            <a:br>
              <a:rPr lang="en-US" b="1" dirty="0"/>
            </a:br>
            <a:endParaRPr lang="en-US" dirty="0"/>
          </a:p>
        </p:txBody>
      </p:sp>
      <p:sp>
        <p:nvSpPr>
          <p:cNvPr id="4" name="Rectangle 1">
            <a:extLst>
              <a:ext uri="{FF2B5EF4-FFF2-40B4-BE49-F238E27FC236}">
                <a16:creationId xmlns:a16="http://schemas.microsoft.com/office/drawing/2014/main" id="{CC9FFC40-292E-5E34-68A0-E1114E7163DA}"/>
              </a:ext>
            </a:extLst>
          </p:cNvPr>
          <p:cNvSpPr>
            <a:spLocks noGrp="1" noChangeArrowheads="1"/>
          </p:cNvSpPr>
          <p:nvPr>
            <p:ph idx="1"/>
          </p:nvPr>
        </p:nvSpPr>
        <p:spPr bwMode="auto">
          <a:xfrm>
            <a:off x="933045" y="2249268"/>
            <a:ext cx="9603275" cy="1774780"/>
          </a:xfrm>
          <a:prstGeom prst="rect">
            <a:avLst/>
          </a:prstGeom>
          <a:solidFill>
            <a:srgbClr val="091F2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241224" tIns="101568" rIns="0" bIns="101568"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nSpc>
                <a:spcPct val="100000"/>
              </a:lnSpc>
              <a:buClrTx/>
              <a:buSzTx/>
            </a:pPr>
            <a:endParaRPr kumimoji="0" lang="en-US" altLang="en-US" sz="1800" b="0" i="0" u="none" strike="noStrike" cap="none" normalizeH="0" baseline="0" dirty="0">
              <a:ln>
                <a:noFill/>
              </a:ln>
              <a:solidFill>
                <a:srgbClr val="E6E6E6"/>
              </a:solidFill>
              <a:effectLst/>
              <a:latin typeface="Segoe UI" panose="020B0502040204020203" pitchFamily="34" charset="0"/>
              <a:cs typeface="Segoe UI" panose="020B0502040204020203" pitchFamily="34" charset="0"/>
            </a:endParaRPr>
          </a:p>
          <a:p>
            <a:pPr>
              <a:lnSpc>
                <a:spcPct val="100000"/>
              </a:lnSpc>
              <a:buClrTx/>
              <a:buSzTx/>
            </a:pPr>
            <a:r>
              <a:rPr kumimoji="0" lang="en-US" altLang="en-US" sz="1800" b="0" i="0" u="none" strike="noStrike" cap="none" normalizeH="0" baseline="0" dirty="0">
                <a:ln>
                  <a:noFill/>
                </a:ln>
                <a:solidFill>
                  <a:srgbClr val="E6E6E6"/>
                </a:solidFill>
                <a:effectLst/>
                <a:latin typeface="Segoe UI" panose="020B0502040204020203" pitchFamily="34" charset="0"/>
                <a:cs typeface="Segoe UI" panose="020B0502040204020203" pitchFamily="34" charset="0"/>
              </a:rPr>
              <a:t>Build AI agents using the Semantic Kernel SDK</a:t>
            </a:r>
          </a:p>
          <a:p>
            <a:pPr>
              <a:lnSpc>
                <a:spcPct val="100000"/>
              </a:lnSpc>
              <a:buClrTx/>
              <a:buSzTx/>
            </a:pPr>
            <a:r>
              <a:rPr kumimoji="0" lang="en-US" altLang="en-US" sz="1800" b="0" i="0" u="none" strike="noStrike" cap="none" normalizeH="0" baseline="0" dirty="0">
                <a:ln>
                  <a:noFill/>
                </a:ln>
                <a:solidFill>
                  <a:srgbClr val="E6E6E6"/>
                </a:solidFill>
                <a:effectLst/>
                <a:latin typeface="Segoe UI" panose="020B0502040204020203" pitchFamily="34" charset="0"/>
                <a:cs typeface="Segoe UI" panose="020B0502040204020203" pitchFamily="34" charset="0"/>
              </a:rPr>
              <a:t>Develop multi-agent solutions</a:t>
            </a:r>
          </a:p>
          <a:p>
            <a:pPr>
              <a:lnSpc>
                <a:spcPct val="100000"/>
              </a:lnSpc>
              <a:buClrTx/>
              <a:buSzTx/>
            </a:pPr>
            <a:r>
              <a:rPr kumimoji="0" lang="en-US" altLang="en-US" sz="1800" b="0" i="0" u="none" strike="noStrike" cap="none" normalizeH="0" baseline="0" dirty="0">
                <a:ln>
                  <a:noFill/>
                </a:ln>
                <a:solidFill>
                  <a:srgbClr val="E6E6E6"/>
                </a:solidFill>
                <a:effectLst/>
                <a:latin typeface="Segoe UI" panose="020B0502040204020203" pitchFamily="34" charset="0"/>
                <a:cs typeface="Segoe UI" panose="020B0502040204020203" pitchFamily="34" charset="0"/>
              </a:rPr>
              <a:t>Create custom selection and termination strategies for agent collaboration</a:t>
            </a:r>
          </a:p>
          <a:p>
            <a:pPr marL="0" indent="0">
              <a:lnSpc>
                <a:spcPct val="100000"/>
              </a:lnSpc>
              <a:buClrTx/>
              <a:buSzTx/>
              <a:buNone/>
            </a:pPr>
            <a:br>
              <a:rPr kumimoji="0" lang="en-US" altLang="en-US" sz="1200" b="0" i="0" u="none" strike="noStrike" cap="none" normalizeH="0" baseline="0" dirty="0">
                <a:ln>
                  <a:noFill/>
                </a:ln>
                <a:solidFill>
                  <a:srgbClr val="E6E6E6"/>
                </a:solidFill>
                <a:effectLst/>
                <a:latin typeface="Segoe UI" panose="020B0502040204020203" pitchFamily="34" charset="0"/>
                <a:cs typeface="Segoe UI" panose="020B0502040204020203"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711428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208F4-79E5-3414-BD0F-9991BC8D1C58}"/>
              </a:ext>
            </a:extLst>
          </p:cNvPr>
          <p:cNvSpPr>
            <a:spLocks noGrp="1"/>
          </p:cNvSpPr>
          <p:nvPr>
            <p:ph type="title"/>
          </p:nvPr>
        </p:nvSpPr>
        <p:spPr/>
        <p:txBody>
          <a:bodyPr/>
          <a:lstStyle/>
          <a:p>
            <a:r>
              <a:rPr lang="en-US" b="1" dirty="0"/>
              <a:t>Why Multiagent?</a:t>
            </a:r>
          </a:p>
        </p:txBody>
      </p:sp>
      <p:graphicFrame>
        <p:nvGraphicFramePr>
          <p:cNvPr id="4" name="Content Placeholder 3">
            <a:extLst>
              <a:ext uri="{FF2B5EF4-FFF2-40B4-BE49-F238E27FC236}">
                <a16:creationId xmlns:a16="http://schemas.microsoft.com/office/drawing/2014/main" id="{FEC08AD2-FA9D-04F9-5176-F80DECBBD33C}"/>
              </a:ext>
            </a:extLst>
          </p:cNvPr>
          <p:cNvGraphicFramePr>
            <a:graphicFrameLocks noGrp="1"/>
          </p:cNvGraphicFramePr>
          <p:nvPr>
            <p:ph idx="1"/>
            <p:extLst>
              <p:ext uri="{D42A27DB-BD31-4B8C-83A1-F6EECF244321}">
                <p14:modId xmlns:p14="http://schemas.microsoft.com/office/powerpoint/2010/main" val="3074783525"/>
              </p:ext>
            </p:extLst>
          </p:nvPr>
        </p:nvGraphicFramePr>
        <p:xfrm>
          <a:off x="1130300" y="2171700"/>
          <a:ext cx="9223935" cy="146797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Content Placeholder 3">
            <a:extLst>
              <a:ext uri="{FF2B5EF4-FFF2-40B4-BE49-F238E27FC236}">
                <a16:creationId xmlns:a16="http://schemas.microsoft.com/office/drawing/2014/main" id="{D4728384-A791-DDFF-1F42-ECAB7D01FC92}"/>
              </a:ext>
            </a:extLst>
          </p:cNvPr>
          <p:cNvGraphicFramePr>
            <a:graphicFrameLocks/>
          </p:cNvGraphicFramePr>
          <p:nvPr>
            <p:extLst>
              <p:ext uri="{D42A27DB-BD31-4B8C-83A1-F6EECF244321}">
                <p14:modId xmlns:p14="http://schemas.microsoft.com/office/powerpoint/2010/main" val="1372946199"/>
              </p:ext>
            </p:extLst>
          </p:nvPr>
        </p:nvGraphicFramePr>
        <p:xfrm>
          <a:off x="1130300" y="3883959"/>
          <a:ext cx="9223935" cy="1467971"/>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982815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Graphic spid="5" grpId="0">
        <p:bldAsOne/>
      </p:bldGraphic>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C7EA837C-71A7-247E-0B4A-49BAC0BA2AD3}"/>
              </a:ext>
            </a:extLst>
          </p:cNvPr>
          <p:cNvSpPr/>
          <p:nvPr/>
        </p:nvSpPr>
        <p:spPr>
          <a:xfrm>
            <a:off x="1730187" y="2716305"/>
            <a:ext cx="1210236" cy="555812"/>
          </a:xfrm>
          <a:prstGeom prst="rect">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DevOps Bug</a:t>
            </a:r>
          </a:p>
        </p:txBody>
      </p:sp>
      <p:sp>
        <p:nvSpPr>
          <p:cNvPr id="17" name="Flowchart: Document 16">
            <a:extLst>
              <a:ext uri="{FF2B5EF4-FFF2-40B4-BE49-F238E27FC236}">
                <a16:creationId xmlns:a16="http://schemas.microsoft.com/office/drawing/2014/main" id="{036C4C4F-8134-6F09-D707-1DA6E05F1832}"/>
              </a:ext>
            </a:extLst>
          </p:cNvPr>
          <p:cNvSpPr/>
          <p:nvPr/>
        </p:nvSpPr>
        <p:spPr>
          <a:xfrm>
            <a:off x="6651811" y="1080247"/>
            <a:ext cx="1416424" cy="851648"/>
          </a:xfrm>
          <a:prstGeom prst="flowChartDocument">
            <a:avLst/>
          </a:prstGeom>
          <a:solidFill>
            <a:schemeClr val="accent6">
              <a:lumMod val="50000"/>
            </a:schemeClr>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Monitoring</a:t>
            </a:r>
          </a:p>
        </p:txBody>
      </p:sp>
      <p:sp>
        <p:nvSpPr>
          <p:cNvPr id="19" name="Flowchart: Document 18">
            <a:extLst>
              <a:ext uri="{FF2B5EF4-FFF2-40B4-BE49-F238E27FC236}">
                <a16:creationId xmlns:a16="http://schemas.microsoft.com/office/drawing/2014/main" id="{58917228-31DD-57D3-B084-03B5E04CD5EC}"/>
              </a:ext>
            </a:extLst>
          </p:cNvPr>
          <p:cNvSpPr/>
          <p:nvPr/>
        </p:nvSpPr>
        <p:spPr>
          <a:xfrm>
            <a:off x="6651811" y="2290481"/>
            <a:ext cx="1416424" cy="851648"/>
          </a:xfrm>
          <a:prstGeom prst="flowChartDocumen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Root Cause Analysis</a:t>
            </a:r>
          </a:p>
        </p:txBody>
      </p:sp>
      <p:sp>
        <p:nvSpPr>
          <p:cNvPr id="20" name="Flowchart: Document 19">
            <a:extLst>
              <a:ext uri="{FF2B5EF4-FFF2-40B4-BE49-F238E27FC236}">
                <a16:creationId xmlns:a16="http://schemas.microsoft.com/office/drawing/2014/main" id="{FE23E979-C233-C91C-64F2-3EBC71F95577}"/>
              </a:ext>
            </a:extLst>
          </p:cNvPr>
          <p:cNvSpPr/>
          <p:nvPr/>
        </p:nvSpPr>
        <p:spPr>
          <a:xfrm>
            <a:off x="6651811" y="3500715"/>
            <a:ext cx="1416424" cy="851648"/>
          </a:xfrm>
          <a:prstGeom prst="flowChartDocumen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Automated Deployment</a:t>
            </a:r>
          </a:p>
        </p:txBody>
      </p:sp>
      <p:sp>
        <p:nvSpPr>
          <p:cNvPr id="21" name="Flowchart: Document 20">
            <a:extLst>
              <a:ext uri="{FF2B5EF4-FFF2-40B4-BE49-F238E27FC236}">
                <a16:creationId xmlns:a16="http://schemas.microsoft.com/office/drawing/2014/main" id="{ECCEB49E-E43C-64A0-2BF1-AD2F89DB4C50}"/>
              </a:ext>
            </a:extLst>
          </p:cNvPr>
          <p:cNvSpPr/>
          <p:nvPr/>
        </p:nvSpPr>
        <p:spPr>
          <a:xfrm>
            <a:off x="6651811" y="4710949"/>
            <a:ext cx="1416424" cy="851648"/>
          </a:xfrm>
          <a:prstGeom prst="flowChartDocumen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Reporting Summary</a:t>
            </a:r>
          </a:p>
        </p:txBody>
      </p:sp>
      <p:cxnSp>
        <p:nvCxnSpPr>
          <p:cNvPr id="24" name="Connector: Curved 23">
            <a:extLst>
              <a:ext uri="{FF2B5EF4-FFF2-40B4-BE49-F238E27FC236}">
                <a16:creationId xmlns:a16="http://schemas.microsoft.com/office/drawing/2014/main" id="{AE69F2C6-1A0A-39ED-A4C0-19EECBD5506C}"/>
              </a:ext>
            </a:extLst>
          </p:cNvPr>
          <p:cNvCxnSpPr>
            <a:stCxn id="15" idx="3"/>
            <a:endCxn id="17" idx="1"/>
          </p:cNvCxnSpPr>
          <p:nvPr/>
        </p:nvCxnSpPr>
        <p:spPr>
          <a:xfrm flipV="1">
            <a:off x="2940423" y="1506071"/>
            <a:ext cx="3711388" cy="1488140"/>
          </a:xfrm>
          <a:prstGeom prst="curvedConnector3">
            <a:avLst>
              <a:gd name="adj1" fmla="val 22464"/>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Connector: Curved 25">
            <a:extLst>
              <a:ext uri="{FF2B5EF4-FFF2-40B4-BE49-F238E27FC236}">
                <a16:creationId xmlns:a16="http://schemas.microsoft.com/office/drawing/2014/main" id="{3E549EB0-E652-3D5E-65DA-27248DE2A4B2}"/>
              </a:ext>
            </a:extLst>
          </p:cNvPr>
          <p:cNvCxnSpPr>
            <a:cxnSpLocks/>
            <a:stCxn id="15" idx="3"/>
            <a:endCxn id="19" idx="1"/>
          </p:cNvCxnSpPr>
          <p:nvPr/>
        </p:nvCxnSpPr>
        <p:spPr>
          <a:xfrm flipV="1">
            <a:off x="2940423" y="2716305"/>
            <a:ext cx="3711388" cy="277906"/>
          </a:xfrm>
          <a:prstGeom prst="curved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Connector: Curved 28">
            <a:extLst>
              <a:ext uri="{FF2B5EF4-FFF2-40B4-BE49-F238E27FC236}">
                <a16:creationId xmlns:a16="http://schemas.microsoft.com/office/drawing/2014/main" id="{8DEBDFCC-4A98-2C81-FF59-412CABB153B3}"/>
              </a:ext>
            </a:extLst>
          </p:cNvPr>
          <p:cNvCxnSpPr>
            <a:cxnSpLocks/>
            <a:stCxn id="15" idx="3"/>
            <a:endCxn id="20" idx="1"/>
          </p:cNvCxnSpPr>
          <p:nvPr/>
        </p:nvCxnSpPr>
        <p:spPr>
          <a:xfrm>
            <a:off x="2940423" y="2994211"/>
            <a:ext cx="3711388" cy="932328"/>
          </a:xfrm>
          <a:prstGeom prst="curved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Connector: Curved 31">
            <a:extLst>
              <a:ext uri="{FF2B5EF4-FFF2-40B4-BE49-F238E27FC236}">
                <a16:creationId xmlns:a16="http://schemas.microsoft.com/office/drawing/2014/main" id="{658218E4-233C-193C-87B8-BF61F0C3E393}"/>
              </a:ext>
            </a:extLst>
          </p:cNvPr>
          <p:cNvCxnSpPr>
            <a:cxnSpLocks/>
            <a:stCxn id="15" idx="3"/>
            <a:endCxn id="21" idx="1"/>
          </p:cNvCxnSpPr>
          <p:nvPr/>
        </p:nvCxnSpPr>
        <p:spPr>
          <a:xfrm>
            <a:off x="2940423" y="2994211"/>
            <a:ext cx="3711388" cy="2142562"/>
          </a:xfrm>
          <a:prstGeom prst="curved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40" name="Wave 39">
            <a:extLst>
              <a:ext uri="{FF2B5EF4-FFF2-40B4-BE49-F238E27FC236}">
                <a16:creationId xmlns:a16="http://schemas.microsoft.com/office/drawing/2014/main" id="{50FF8A97-7AEF-77A9-D643-2924A031440D}"/>
              </a:ext>
            </a:extLst>
          </p:cNvPr>
          <p:cNvSpPr/>
          <p:nvPr/>
        </p:nvSpPr>
        <p:spPr>
          <a:xfrm>
            <a:off x="9126070" y="5217456"/>
            <a:ext cx="3065929" cy="537882"/>
          </a:xfrm>
          <a:prstGeom prst="wave">
            <a:avLst/>
          </a:prstGeom>
          <a:solidFill>
            <a:schemeClr val="accent3">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Streamline DevOps Process</a:t>
            </a:r>
          </a:p>
        </p:txBody>
      </p:sp>
      <p:sp>
        <p:nvSpPr>
          <p:cNvPr id="41" name="Wave 40">
            <a:extLst>
              <a:ext uri="{FF2B5EF4-FFF2-40B4-BE49-F238E27FC236}">
                <a16:creationId xmlns:a16="http://schemas.microsoft.com/office/drawing/2014/main" id="{1A141C3F-9DA2-9B4C-705D-A3D97B5D34E6}"/>
              </a:ext>
            </a:extLst>
          </p:cNvPr>
          <p:cNvSpPr/>
          <p:nvPr/>
        </p:nvSpPr>
        <p:spPr>
          <a:xfrm>
            <a:off x="9126070" y="2178423"/>
            <a:ext cx="1721224" cy="537882"/>
          </a:xfrm>
          <a:prstGeom prst="wave">
            <a:avLst/>
          </a:prstGeom>
          <a:solidFill>
            <a:schemeClr val="accent3">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Intelligent</a:t>
            </a:r>
          </a:p>
        </p:txBody>
      </p:sp>
      <p:sp>
        <p:nvSpPr>
          <p:cNvPr id="42" name="Wave 41">
            <a:extLst>
              <a:ext uri="{FF2B5EF4-FFF2-40B4-BE49-F238E27FC236}">
                <a16:creationId xmlns:a16="http://schemas.microsoft.com/office/drawing/2014/main" id="{01A8276B-96C4-EEB7-DA1F-F3A8564AEDCE}"/>
              </a:ext>
            </a:extLst>
          </p:cNvPr>
          <p:cNvSpPr/>
          <p:nvPr/>
        </p:nvSpPr>
        <p:spPr>
          <a:xfrm>
            <a:off x="9126070" y="3191434"/>
            <a:ext cx="2079812" cy="537882"/>
          </a:xfrm>
          <a:prstGeom prst="wave">
            <a:avLst/>
          </a:prstGeom>
          <a:solidFill>
            <a:schemeClr val="accent3">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Reduce Manual</a:t>
            </a:r>
          </a:p>
        </p:txBody>
      </p:sp>
      <p:sp>
        <p:nvSpPr>
          <p:cNvPr id="43" name="Wave 42">
            <a:extLst>
              <a:ext uri="{FF2B5EF4-FFF2-40B4-BE49-F238E27FC236}">
                <a16:creationId xmlns:a16="http://schemas.microsoft.com/office/drawing/2014/main" id="{7A13C8D9-DB70-6F64-E3D6-EF1B7C8DA6C2}"/>
              </a:ext>
            </a:extLst>
          </p:cNvPr>
          <p:cNvSpPr/>
          <p:nvPr/>
        </p:nvSpPr>
        <p:spPr>
          <a:xfrm>
            <a:off x="9126070" y="4204445"/>
            <a:ext cx="2429435" cy="537882"/>
          </a:xfrm>
          <a:prstGeom prst="wave">
            <a:avLst/>
          </a:prstGeom>
          <a:solidFill>
            <a:schemeClr val="accent3">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Improve Efficiency</a:t>
            </a:r>
          </a:p>
        </p:txBody>
      </p:sp>
      <p:sp>
        <p:nvSpPr>
          <p:cNvPr id="44" name="Wave 43">
            <a:extLst>
              <a:ext uri="{FF2B5EF4-FFF2-40B4-BE49-F238E27FC236}">
                <a16:creationId xmlns:a16="http://schemas.microsoft.com/office/drawing/2014/main" id="{CFE1AC9B-BD96-4987-FA2C-F564B1AA7AF8}"/>
              </a:ext>
            </a:extLst>
          </p:cNvPr>
          <p:cNvSpPr/>
          <p:nvPr/>
        </p:nvSpPr>
        <p:spPr>
          <a:xfrm>
            <a:off x="9126071" y="1317812"/>
            <a:ext cx="1416424" cy="537882"/>
          </a:xfrm>
          <a:prstGeom prst="wave">
            <a:avLst/>
          </a:prstGeom>
          <a:solidFill>
            <a:schemeClr val="accent3">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Scalable</a:t>
            </a:r>
          </a:p>
        </p:txBody>
      </p:sp>
    </p:spTree>
    <p:extLst>
      <p:ext uri="{BB962C8B-B14F-4D97-AF65-F5344CB8AC3E}">
        <p14:creationId xmlns:p14="http://schemas.microsoft.com/office/powerpoint/2010/main" val="480457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1000"/>
                                        <p:tgtEl>
                                          <p:spTgt spid="24"/>
                                        </p:tgtEl>
                                      </p:cBhvr>
                                    </p:animEffect>
                                    <p:anim calcmode="lin" valueType="num">
                                      <p:cBhvr>
                                        <p:cTn id="8" dur="1000" fill="hold"/>
                                        <p:tgtEl>
                                          <p:spTgt spid="24"/>
                                        </p:tgtEl>
                                        <p:attrNameLst>
                                          <p:attrName>ppt_x</p:attrName>
                                        </p:attrNameLst>
                                      </p:cBhvr>
                                      <p:tavLst>
                                        <p:tav tm="0">
                                          <p:val>
                                            <p:strVal val="#ppt_x"/>
                                          </p:val>
                                        </p:tav>
                                        <p:tav tm="100000">
                                          <p:val>
                                            <p:strVal val="#ppt_x"/>
                                          </p:val>
                                        </p:tav>
                                      </p:tavLst>
                                    </p:anim>
                                    <p:anim calcmode="lin" valueType="num">
                                      <p:cBhvr>
                                        <p:cTn id="9" dur="1000" fill="hold"/>
                                        <p:tgtEl>
                                          <p:spTgt spid="2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1000"/>
                                        <p:tgtEl>
                                          <p:spTgt spid="17"/>
                                        </p:tgtEl>
                                      </p:cBhvr>
                                    </p:animEffect>
                                    <p:anim calcmode="lin" valueType="num">
                                      <p:cBhvr>
                                        <p:cTn id="13" dur="1000" fill="hold"/>
                                        <p:tgtEl>
                                          <p:spTgt spid="17"/>
                                        </p:tgtEl>
                                        <p:attrNameLst>
                                          <p:attrName>ppt_x</p:attrName>
                                        </p:attrNameLst>
                                      </p:cBhvr>
                                      <p:tavLst>
                                        <p:tav tm="0">
                                          <p:val>
                                            <p:strVal val="#ppt_x"/>
                                          </p:val>
                                        </p:tav>
                                        <p:tav tm="100000">
                                          <p:val>
                                            <p:strVal val="#ppt_x"/>
                                          </p:val>
                                        </p:tav>
                                      </p:tavLst>
                                    </p:anim>
                                    <p:anim calcmode="lin" valueType="num">
                                      <p:cBhvr>
                                        <p:cTn id="14"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1000"/>
                                        <p:tgtEl>
                                          <p:spTgt spid="26"/>
                                        </p:tgtEl>
                                      </p:cBhvr>
                                    </p:animEffect>
                                    <p:anim calcmode="lin" valueType="num">
                                      <p:cBhvr>
                                        <p:cTn id="20" dur="1000" fill="hold"/>
                                        <p:tgtEl>
                                          <p:spTgt spid="26"/>
                                        </p:tgtEl>
                                        <p:attrNameLst>
                                          <p:attrName>ppt_x</p:attrName>
                                        </p:attrNameLst>
                                      </p:cBhvr>
                                      <p:tavLst>
                                        <p:tav tm="0">
                                          <p:val>
                                            <p:strVal val="#ppt_x"/>
                                          </p:val>
                                        </p:tav>
                                        <p:tav tm="100000">
                                          <p:val>
                                            <p:strVal val="#ppt_x"/>
                                          </p:val>
                                        </p:tav>
                                      </p:tavLst>
                                    </p:anim>
                                    <p:anim calcmode="lin" valueType="num">
                                      <p:cBhvr>
                                        <p:cTn id="21" dur="1000" fill="hold"/>
                                        <p:tgtEl>
                                          <p:spTgt spid="26"/>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fade">
                                      <p:cBhvr>
                                        <p:cTn id="24" dur="1000"/>
                                        <p:tgtEl>
                                          <p:spTgt spid="19"/>
                                        </p:tgtEl>
                                      </p:cBhvr>
                                    </p:animEffect>
                                    <p:anim calcmode="lin" valueType="num">
                                      <p:cBhvr>
                                        <p:cTn id="25" dur="1000" fill="hold"/>
                                        <p:tgtEl>
                                          <p:spTgt spid="19"/>
                                        </p:tgtEl>
                                        <p:attrNameLst>
                                          <p:attrName>ppt_x</p:attrName>
                                        </p:attrNameLst>
                                      </p:cBhvr>
                                      <p:tavLst>
                                        <p:tav tm="0">
                                          <p:val>
                                            <p:strVal val="#ppt_x"/>
                                          </p:val>
                                        </p:tav>
                                        <p:tav tm="100000">
                                          <p:val>
                                            <p:strVal val="#ppt_x"/>
                                          </p:val>
                                        </p:tav>
                                      </p:tavLst>
                                    </p:anim>
                                    <p:anim calcmode="lin" valueType="num">
                                      <p:cBhvr>
                                        <p:cTn id="26"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1000"/>
                                        <p:tgtEl>
                                          <p:spTgt spid="20"/>
                                        </p:tgtEl>
                                      </p:cBhvr>
                                    </p:animEffect>
                                    <p:anim calcmode="lin" valueType="num">
                                      <p:cBhvr>
                                        <p:cTn id="32" dur="1000" fill="hold"/>
                                        <p:tgtEl>
                                          <p:spTgt spid="20"/>
                                        </p:tgtEl>
                                        <p:attrNameLst>
                                          <p:attrName>ppt_x</p:attrName>
                                        </p:attrNameLst>
                                      </p:cBhvr>
                                      <p:tavLst>
                                        <p:tav tm="0">
                                          <p:val>
                                            <p:strVal val="#ppt_x"/>
                                          </p:val>
                                        </p:tav>
                                        <p:tav tm="100000">
                                          <p:val>
                                            <p:strVal val="#ppt_x"/>
                                          </p:val>
                                        </p:tav>
                                      </p:tavLst>
                                    </p:anim>
                                    <p:anim calcmode="lin" valueType="num">
                                      <p:cBhvr>
                                        <p:cTn id="33" dur="1000" fill="hold"/>
                                        <p:tgtEl>
                                          <p:spTgt spid="20"/>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29"/>
                                        </p:tgtEl>
                                        <p:attrNameLst>
                                          <p:attrName>style.visibility</p:attrName>
                                        </p:attrNameLst>
                                      </p:cBhvr>
                                      <p:to>
                                        <p:strVal val="visible"/>
                                      </p:to>
                                    </p:set>
                                    <p:animEffect transition="in" filter="fade">
                                      <p:cBhvr>
                                        <p:cTn id="36" dur="1000"/>
                                        <p:tgtEl>
                                          <p:spTgt spid="29"/>
                                        </p:tgtEl>
                                      </p:cBhvr>
                                    </p:animEffect>
                                    <p:anim calcmode="lin" valueType="num">
                                      <p:cBhvr>
                                        <p:cTn id="37" dur="1000" fill="hold"/>
                                        <p:tgtEl>
                                          <p:spTgt spid="29"/>
                                        </p:tgtEl>
                                        <p:attrNameLst>
                                          <p:attrName>ppt_x</p:attrName>
                                        </p:attrNameLst>
                                      </p:cBhvr>
                                      <p:tavLst>
                                        <p:tav tm="0">
                                          <p:val>
                                            <p:strVal val="#ppt_x"/>
                                          </p:val>
                                        </p:tav>
                                        <p:tav tm="100000">
                                          <p:val>
                                            <p:strVal val="#ppt_x"/>
                                          </p:val>
                                        </p:tav>
                                      </p:tavLst>
                                    </p:anim>
                                    <p:anim calcmode="lin" valueType="num">
                                      <p:cBhvr>
                                        <p:cTn id="38"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32"/>
                                        </p:tgtEl>
                                        <p:attrNameLst>
                                          <p:attrName>style.visibility</p:attrName>
                                        </p:attrNameLst>
                                      </p:cBhvr>
                                      <p:to>
                                        <p:strVal val="visible"/>
                                      </p:to>
                                    </p:set>
                                    <p:animEffect transition="in" filter="fade">
                                      <p:cBhvr>
                                        <p:cTn id="43" dur="1000"/>
                                        <p:tgtEl>
                                          <p:spTgt spid="32"/>
                                        </p:tgtEl>
                                      </p:cBhvr>
                                    </p:animEffect>
                                    <p:anim calcmode="lin" valueType="num">
                                      <p:cBhvr>
                                        <p:cTn id="44" dur="1000" fill="hold"/>
                                        <p:tgtEl>
                                          <p:spTgt spid="32"/>
                                        </p:tgtEl>
                                        <p:attrNameLst>
                                          <p:attrName>ppt_x</p:attrName>
                                        </p:attrNameLst>
                                      </p:cBhvr>
                                      <p:tavLst>
                                        <p:tav tm="0">
                                          <p:val>
                                            <p:strVal val="#ppt_x"/>
                                          </p:val>
                                        </p:tav>
                                        <p:tav tm="100000">
                                          <p:val>
                                            <p:strVal val="#ppt_x"/>
                                          </p:val>
                                        </p:tav>
                                      </p:tavLst>
                                    </p:anim>
                                    <p:anim calcmode="lin" valueType="num">
                                      <p:cBhvr>
                                        <p:cTn id="45" dur="1000" fill="hold"/>
                                        <p:tgtEl>
                                          <p:spTgt spid="32"/>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1000"/>
                                        <p:tgtEl>
                                          <p:spTgt spid="21"/>
                                        </p:tgtEl>
                                      </p:cBhvr>
                                    </p:animEffect>
                                    <p:anim calcmode="lin" valueType="num">
                                      <p:cBhvr>
                                        <p:cTn id="49" dur="1000" fill="hold"/>
                                        <p:tgtEl>
                                          <p:spTgt spid="21"/>
                                        </p:tgtEl>
                                        <p:attrNameLst>
                                          <p:attrName>ppt_x</p:attrName>
                                        </p:attrNameLst>
                                      </p:cBhvr>
                                      <p:tavLst>
                                        <p:tav tm="0">
                                          <p:val>
                                            <p:strVal val="#ppt_x"/>
                                          </p:val>
                                        </p:tav>
                                        <p:tav tm="100000">
                                          <p:val>
                                            <p:strVal val="#ppt_x"/>
                                          </p:val>
                                        </p:tav>
                                      </p:tavLst>
                                    </p:anim>
                                    <p:anim calcmode="lin" valueType="num">
                                      <p:cBhvr>
                                        <p:cTn id="50"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53" presetClass="entr" presetSubtype="16" fill="hold" grpId="0" nodeType="clickEffect">
                                  <p:stCondLst>
                                    <p:cond delay="0"/>
                                  </p:stCondLst>
                                  <p:childTnLst>
                                    <p:set>
                                      <p:cBhvr>
                                        <p:cTn id="54" dur="1" fill="hold">
                                          <p:stCondLst>
                                            <p:cond delay="0"/>
                                          </p:stCondLst>
                                        </p:cTn>
                                        <p:tgtEl>
                                          <p:spTgt spid="44"/>
                                        </p:tgtEl>
                                        <p:attrNameLst>
                                          <p:attrName>style.visibility</p:attrName>
                                        </p:attrNameLst>
                                      </p:cBhvr>
                                      <p:to>
                                        <p:strVal val="visible"/>
                                      </p:to>
                                    </p:set>
                                    <p:anim calcmode="lin" valueType="num">
                                      <p:cBhvr>
                                        <p:cTn id="55" dur="500" fill="hold"/>
                                        <p:tgtEl>
                                          <p:spTgt spid="44"/>
                                        </p:tgtEl>
                                        <p:attrNameLst>
                                          <p:attrName>ppt_w</p:attrName>
                                        </p:attrNameLst>
                                      </p:cBhvr>
                                      <p:tavLst>
                                        <p:tav tm="0">
                                          <p:val>
                                            <p:fltVal val="0"/>
                                          </p:val>
                                        </p:tav>
                                        <p:tav tm="100000">
                                          <p:val>
                                            <p:strVal val="#ppt_w"/>
                                          </p:val>
                                        </p:tav>
                                      </p:tavLst>
                                    </p:anim>
                                    <p:anim calcmode="lin" valueType="num">
                                      <p:cBhvr>
                                        <p:cTn id="56" dur="500" fill="hold"/>
                                        <p:tgtEl>
                                          <p:spTgt spid="44"/>
                                        </p:tgtEl>
                                        <p:attrNameLst>
                                          <p:attrName>ppt_h</p:attrName>
                                        </p:attrNameLst>
                                      </p:cBhvr>
                                      <p:tavLst>
                                        <p:tav tm="0">
                                          <p:val>
                                            <p:fltVal val="0"/>
                                          </p:val>
                                        </p:tav>
                                        <p:tav tm="100000">
                                          <p:val>
                                            <p:strVal val="#ppt_h"/>
                                          </p:val>
                                        </p:tav>
                                      </p:tavLst>
                                    </p:anim>
                                    <p:animEffect transition="in" filter="fade">
                                      <p:cBhvr>
                                        <p:cTn id="57" dur="500"/>
                                        <p:tgtEl>
                                          <p:spTgt spid="44"/>
                                        </p:tgtEl>
                                      </p:cBhvr>
                                    </p:animEffect>
                                  </p:childTnLst>
                                </p:cTn>
                              </p:par>
                            </p:childTnLst>
                          </p:cTn>
                        </p:par>
                      </p:childTnLst>
                    </p:cTn>
                  </p:par>
                  <p:par>
                    <p:cTn id="58" fill="hold">
                      <p:stCondLst>
                        <p:cond delay="indefinite"/>
                      </p:stCondLst>
                      <p:childTnLst>
                        <p:par>
                          <p:cTn id="59" fill="hold">
                            <p:stCondLst>
                              <p:cond delay="0"/>
                            </p:stCondLst>
                            <p:childTnLst>
                              <p:par>
                                <p:cTn id="60" presetID="53" presetClass="entr" presetSubtype="16" fill="hold" grpId="0" nodeType="clickEffect">
                                  <p:stCondLst>
                                    <p:cond delay="0"/>
                                  </p:stCondLst>
                                  <p:childTnLst>
                                    <p:set>
                                      <p:cBhvr>
                                        <p:cTn id="61" dur="1" fill="hold">
                                          <p:stCondLst>
                                            <p:cond delay="0"/>
                                          </p:stCondLst>
                                        </p:cTn>
                                        <p:tgtEl>
                                          <p:spTgt spid="41"/>
                                        </p:tgtEl>
                                        <p:attrNameLst>
                                          <p:attrName>style.visibility</p:attrName>
                                        </p:attrNameLst>
                                      </p:cBhvr>
                                      <p:to>
                                        <p:strVal val="visible"/>
                                      </p:to>
                                    </p:set>
                                    <p:anim calcmode="lin" valueType="num">
                                      <p:cBhvr>
                                        <p:cTn id="62" dur="500" fill="hold"/>
                                        <p:tgtEl>
                                          <p:spTgt spid="41"/>
                                        </p:tgtEl>
                                        <p:attrNameLst>
                                          <p:attrName>ppt_w</p:attrName>
                                        </p:attrNameLst>
                                      </p:cBhvr>
                                      <p:tavLst>
                                        <p:tav tm="0">
                                          <p:val>
                                            <p:fltVal val="0"/>
                                          </p:val>
                                        </p:tav>
                                        <p:tav tm="100000">
                                          <p:val>
                                            <p:strVal val="#ppt_w"/>
                                          </p:val>
                                        </p:tav>
                                      </p:tavLst>
                                    </p:anim>
                                    <p:anim calcmode="lin" valueType="num">
                                      <p:cBhvr>
                                        <p:cTn id="63" dur="500" fill="hold"/>
                                        <p:tgtEl>
                                          <p:spTgt spid="41"/>
                                        </p:tgtEl>
                                        <p:attrNameLst>
                                          <p:attrName>ppt_h</p:attrName>
                                        </p:attrNameLst>
                                      </p:cBhvr>
                                      <p:tavLst>
                                        <p:tav tm="0">
                                          <p:val>
                                            <p:fltVal val="0"/>
                                          </p:val>
                                        </p:tav>
                                        <p:tav tm="100000">
                                          <p:val>
                                            <p:strVal val="#ppt_h"/>
                                          </p:val>
                                        </p:tav>
                                      </p:tavLst>
                                    </p:anim>
                                    <p:animEffect transition="in" filter="fade">
                                      <p:cBhvr>
                                        <p:cTn id="64" dur="500"/>
                                        <p:tgtEl>
                                          <p:spTgt spid="41"/>
                                        </p:tgtEl>
                                      </p:cBhvr>
                                    </p:animEffect>
                                  </p:childTnLst>
                                </p:cTn>
                              </p:par>
                            </p:childTnLst>
                          </p:cTn>
                        </p:par>
                      </p:childTnLst>
                    </p:cTn>
                  </p:par>
                  <p:par>
                    <p:cTn id="65" fill="hold">
                      <p:stCondLst>
                        <p:cond delay="indefinite"/>
                      </p:stCondLst>
                      <p:childTnLst>
                        <p:par>
                          <p:cTn id="66" fill="hold">
                            <p:stCondLst>
                              <p:cond delay="0"/>
                            </p:stCondLst>
                            <p:childTnLst>
                              <p:par>
                                <p:cTn id="67" presetID="53" presetClass="entr" presetSubtype="16" fill="hold" grpId="0" nodeType="clickEffect">
                                  <p:stCondLst>
                                    <p:cond delay="0"/>
                                  </p:stCondLst>
                                  <p:childTnLst>
                                    <p:set>
                                      <p:cBhvr>
                                        <p:cTn id="68" dur="1" fill="hold">
                                          <p:stCondLst>
                                            <p:cond delay="0"/>
                                          </p:stCondLst>
                                        </p:cTn>
                                        <p:tgtEl>
                                          <p:spTgt spid="42"/>
                                        </p:tgtEl>
                                        <p:attrNameLst>
                                          <p:attrName>style.visibility</p:attrName>
                                        </p:attrNameLst>
                                      </p:cBhvr>
                                      <p:to>
                                        <p:strVal val="visible"/>
                                      </p:to>
                                    </p:set>
                                    <p:anim calcmode="lin" valueType="num">
                                      <p:cBhvr>
                                        <p:cTn id="69" dur="500" fill="hold"/>
                                        <p:tgtEl>
                                          <p:spTgt spid="42"/>
                                        </p:tgtEl>
                                        <p:attrNameLst>
                                          <p:attrName>ppt_w</p:attrName>
                                        </p:attrNameLst>
                                      </p:cBhvr>
                                      <p:tavLst>
                                        <p:tav tm="0">
                                          <p:val>
                                            <p:fltVal val="0"/>
                                          </p:val>
                                        </p:tav>
                                        <p:tav tm="100000">
                                          <p:val>
                                            <p:strVal val="#ppt_w"/>
                                          </p:val>
                                        </p:tav>
                                      </p:tavLst>
                                    </p:anim>
                                    <p:anim calcmode="lin" valueType="num">
                                      <p:cBhvr>
                                        <p:cTn id="70" dur="500" fill="hold"/>
                                        <p:tgtEl>
                                          <p:spTgt spid="42"/>
                                        </p:tgtEl>
                                        <p:attrNameLst>
                                          <p:attrName>ppt_h</p:attrName>
                                        </p:attrNameLst>
                                      </p:cBhvr>
                                      <p:tavLst>
                                        <p:tav tm="0">
                                          <p:val>
                                            <p:fltVal val="0"/>
                                          </p:val>
                                        </p:tav>
                                        <p:tav tm="100000">
                                          <p:val>
                                            <p:strVal val="#ppt_h"/>
                                          </p:val>
                                        </p:tav>
                                      </p:tavLst>
                                    </p:anim>
                                    <p:animEffect transition="in" filter="fade">
                                      <p:cBhvr>
                                        <p:cTn id="71" dur="500"/>
                                        <p:tgtEl>
                                          <p:spTgt spid="42"/>
                                        </p:tgtEl>
                                      </p:cBhvr>
                                    </p:animEffect>
                                  </p:childTnLst>
                                </p:cTn>
                              </p:par>
                            </p:childTnLst>
                          </p:cTn>
                        </p:par>
                      </p:childTnLst>
                    </p:cTn>
                  </p:par>
                  <p:par>
                    <p:cTn id="72" fill="hold">
                      <p:stCondLst>
                        <p:cond delay="indefinite"/>
                      </p:stCondLst>
                      <p:childTnLst>
                        <p:par>
                          <p:cTn id="73" fill="hold">
                            <p:stCondLst>
                              <p:cond delay="0"/>
                            </p:stCondLst>
                            <p:childTnLst>
                              <p:par>
                                <p:cTn id="74" presetID="53" presetClass="entr" presetSubtype="16" fill="hold" grpId="0" nodeType="clickEffect">
                                  <p:stCondLst>
                                    <p:cond delay="0"/>
                                  </p:stCondLst>
                                  <p:childTnLst>
                                    <p:set>
                                      <p:cBhvr>
                                        <p:cTn id="75" dur="1" fill="hold">
                                          <p:stCondLst>
                                            <p:cond delay="0"/>
                                          </p:stCondLst>
                                        </p:cTn>
                                        <p:tgtEl>
                                          <p:spTgt spid="43"/>
                                        </p:tgtEl>
                                        <p:attrNameLst>
                                          <p:attrName>style.visibility</p:attrName>
                                        </p:attrNameLst>
                                      </p:cBhvr>
                                      <p:to>
                                        <p:strVal val="visible"/>
                                      </p:to>
                                    </p:set>
                                    <p:anim calcmode="lin" valueType="num">
                                      <p:cBhvr>
                                        <p:cTn id="76" dur="500" fill="hold"/>
                                        <p:tgtEl>
                                          <p:spTgt spid="43"/>
                                        </p:tgtEl>
                                        <p:attrNameLst>
                                          <p:attrName>ppt_w</p:attrName>
                                        </p:attrNameLst>
                                      </p:cBhvr>
                                      <p:tavLst>
                                        <p:tav tm="0">
                                          <p:val>
                                            <p:fltVal val="0"/>
                                          </p:val>
                                        </p:tav>
                                        <p:tav tm="100000">
                                          <p:val>
                                            <p:strVal val="#ppt_w"/>
                                          </p:val>
                                        </p:tav>
                                      </p:tavLst>
                                    </p:anim>
                                    <p:anim calcmode="lin" valueType="num">
                                      <p:cBhvr>
                                        <p:cTn id="77" dur="500" fill="hold"/>
                                        <p:tgtEl>
                                          <p:spTgt spid="43"/>
                                        </p:tgtEl>
                                        <p:attrNameLst>
                                          <p:attrName>ppt_h</p:attrName>
                                        </p:attrNameLst>
                                      </p:cBhvr>
                                      <p:tavLst>
                                        <p:tav tm="0">
                                          <p:val>
                                            <p:fltVal val="0"/>
                                          </p:val>
                                        </p:tav>
                                        <p:tav tm="100000">
                                          <p:val>
                                            <p:strVal val="#ppt_h"/>
                                          </p:val>
                                        </p:tav>
                                      </p:tavLst>
                                    </p:anim>
                                    <p:animEffect transition="in" filter="fade">
                                      <p:cBhvr>
                                        <p:cTn id="78" dur="500"/>
                                        <p:tgtEl>
                                          <p:spTgt spid="43"/>
                                        </p:tgtEl>
                                      </p:cBhvr>
                                    </p:animEffect>
                                  </p:childTnLst>
                                </p:cTn>
                              </p:par>
                            </p:childTnLst>
                          </p:cTn>
                        </p:par>
                      </p:childTnLst>
                    </p:cTn>
                  </p:par>
                  <p:par>
                    <p:cTn id="79" fill="hold">
                      <p:stCondLst>
                        <p:cond delay="indefinite"/>
                      </p:stCondLst>
                      <p:childTnLst>
                        <p:par>
                          <p:cTn id="80" fill="hold">
                            <p:stCondLst>
                              <p:cond delay="0"/>
                            </p:stCondLst>
                            <p:childTnLst>
                              <p:par>
                                <p:cTn id="81" presetID="53" presetClass="entr" presetSubtype="16" fill="hold" grpId="0" nodeType="clickEffect">
                                  <p:stCondLst>
                                    <p:cond delay="0"/>
                                  </p:stCondLst>
                                  <p:childTnLst>
                                    <p:set>
                                      <p:cBhvr>
                                        <p:cTn id="82" dur="1" fill="hold">
                                          <p:stCondLst>
                                            <p:cond delay="0"/>
                                          </p:stCondLst>
                                        </p:cTn>
                                        <p:tgtEl>
                                          <p:spTgt spid="40"/>
                                        </p:tgtEl>
                                        <p:attrNameLst>
                                          <p:attrName>style.visibility</p:attrName>
                                        </p:attrNameLst>
                                      </p:cBhvr>
                                      <p:to>
                                        <p:strVal val="visible"/>
                                      </p:to>
                                    </p:set>
                                    <p:anim calcmode="lin" valueType="num">
                                      <p:cBhvr>
                                        <p:cTn id="83" dur="500" fill="hold"/>
                                        <p:tgtEl>
                                          <p:spTgt spid="40"/>
                                        </p:tgtEl>
                                        <p:attrNameLst>
                                          <p:attrName>ppt_w</p:attrName>
                                        </p:attrNameLst>
                                      </p:cBhvr>
                                      <p:tavLst>
                                        <p:tav tm="0">
                                          <p:val>
                                            <p:fltVal val="0"/>
                                          </p:val>
                                        </p:tav>
                                        <p:tav tm="100000">
                                          <p:val>
                                            <p:strVal val="#ppt_w"/>
                                          </p:val>
                                        </p:tav>
                                      </p:tavLst>
                                    </p:anim>
                                    <p:anim calcmode="lin" valueType="num">
                                      <p:cBhvr>
                                        <p:cTn id="84" dur="500" fill="hold"/>
                                        <p:tgtEl>
                                          <p:spTgt spid="40"/>
                                        </p:tgtEl>
                                        <p:attrNameLst>
                                          <p:attrName>ppt_h</p:attrName>
                                        </p:attrNameLst>
                                      </p:cBhvr>
                                      <p:tavLst>
                                        <p:tav tm="0">
                                          <p:val>
                                            <p:fltVal val="0"/>
                                          </p:val>
                                        </p:tav>
                                        <p:tav tm="100000">
                                          <p:val>
                                            <p:strVal val="#ppt_h"/>
                                          </p:val>
                                        </p:tav>
                                      </p:tavLst>
                                    </p:anim>
                                    <p:animEffect transition="in" filter="fade">
                                      <p:cBhvr>
                                        <p:cTn id="85"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9" grpId="0" animBg="1"/>
      <p:bldP spid="20" grpId="0" animBg="1"/>
      <p:bldP spid="21" grpId="0" animBg="1"/>
      <p:bldP spid="40" grpId="0" animBg="1"/>
      <p:bldP spid="41" grpId="0" animBg="1"/>
      <p:bldP spid="42" grpId="0" animBg="1"/>
      <p:bldP spid="43" grpId="0" animBg="1"/>
      <p:bldP spid="44"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83AE6-B2E3-3A09-5BC7-1A9314D153F6}"/>
              </a:ext>
            </a:extLst>
          </p:cNvPr>
          <p:cNvSpPr>
            <a:spLocks noGrp="1"/>
          </p:cNvSpPr>
          <p:nvPr>
            <p:ph type="title"/>
          </p:nvPr>
        </p:nvSpPr>
        <p:spPr/>
        <p:txBody>
          <a:bodyPr>
            <a:normAutofit/>
          </a:bodyPr>
          <a:lstStyle/>
          <a:p>
            <a:r>
              <a:rPr lang="en-US" sz="2700" b="1" dirty="0"/>
              <a:t>Semantic Kernel Agent Framework &amp; Core Components</a:t>
            </a:r>
            <a:br>
              <a:rPr lang="en-US" b="1" dirty="0"/>
            </a:br>
            <a:endParaRPr lang="en-US" dirty="0"/>
          </a:p>
        </p:txBody>
      </p:sp>
      <p:sp>
        <p:nvSpPr>
          <p:cNvPr id="4" name="Rectangle: Rounded Corners 3">
            <a:extLst>
              <a:ext uri="{FF2B5EF4-FFF2-40B4-BE49-F238E27FC236}">
                <a16:creationId xmlns:a16="http://schemas.microsoft.com/office/drawing/2014/main" id="{6344944F-2C79-A725-F06F-81EFEF673756}"/>
              </a:ext>
            </a:extLst>
          </p:cNvPr>
          <p:cNvSpPr/>
          <p:nvPr/>
        </p:nvSpPr>
        <p:spPr>
          <a:xfrm>
            <a:off x="1246093" y="2294965"/>
            <a:ext cx="1129553" cy="609600"/>
          </a:xfrm>
          <a:prstGeom prst="round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Agents</a:t>
            </a:r>
          </a:p>
        </p:txBody>
      </p:sp>
      <p:sp>
        <p:nvSpPr>
          <p:cNvPr id="5" name="Rectangle: Rounded Corners 4">
            <a:extLst>
              <a:ext uri="{FF2B5EF4-FFF2-40B4-BE49-F238E27FC236}">
                <a16:creationId xmlns:a16="http://schemas.microsoft.com/office/drawing/2014/main" id="{4CA76985-2FB6-C64A-4E66-459DA8F481AA}"/>
              </a:ext>
            </a:extLst>
          </p:cNvPr>
          <p:cNvSpPr/>
          <p:nvPr/>
        </p:nvSpPr>
        <p:spPr>
          <a:xfrm>
            <a:off x="2868705" y="2904565"/>
            <a:ext cx="1712260" cy="609600"/>
          </a:xfrm>
          <a:prstGeom prst="round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Agent Collaboration</a:t>
            </a:r>
          </a:p>
        </p:txBody>
      </p:sp>
      <p:sp>
        <p:nvSpPr>
          <p:cNvPr id="6" name="Rectangle: Rounded Corners 5">
            <a:extLst>
              <a:ext uri="{FF2B5EF4-FFF2-40B4-BE49-F238E27FC236}">
                <a16:creationId xmlns:a16="http://schemas.microsoft.com/office/drawing/2014/main" id="{38D7DBC5-0F4C-DF15-758A-C9347B278EA1}"/>
              </a:ext>
            </a:extLst>
          </p:cNvPr>
          <p:cNvSpPr/>
          <p:nvPr/>
        </p:nvSpPr>
        <p:spPr>
          <a:xfrm>
            <a:off x="5074024" y="3514165"/>
            <a:ext cx="1712260" cy="609600"/>
          </a:xfrm>
          <a:prstGeom prst="round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Kernel</a:t>
            </a:r>
          </a:p>
        </p:txBody>
      </p:sp>
      <p:sp>
        <p:nvSpPr>
          <p:cNvPr id="7" name="Rectangle: Rounded Corners 6">
            <a:extLst>
              <a:ext uri="{FF2B5EF4-FFF2-40B4-BE49-F238E27FC236}">
                <a16:creationId xmlns:a16="http://schemas.microsoft.com/office/drawing/2014/main" id="{05858043-117D-E2E8-9999-AC7E5746952C}"/>
              </a:ext>
            </a:extLst>
          </p:cNvPr>
          <p:cNvSpPr/>
          <p:nvPr/>
        </p:nvSpPr>
        <p:spPr>
          <a:xfrm>
            <a:off x="7279343" y="4123765"/>
            <a:ext cx="1712260" cy="609600"/>
          </a:xfrm>
          <a:prstGeom prst="round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Tools and Plugins</a:t>
            </a:r>
          </a:p>
        </p:txBody>
      </p:sp>
      <p:sp>
        <p:nvSpPr>
          <p:cNvPr id="8" name="Rectangle: Rounded Corners 7">
            <a:extLst>
              <a:ext uri="{FF2B5EF4-FFF2-40B4-BE49-F238E27FC236}">
                <a16:creationId xmlns:a16="http://schemas.microsoft.com/office/drawing/2014/main" id="{9942C14B-482A-0DD7-6302-55E48328B480}"/>
              </a:ext>
            </a:extLst>
          </p:cNvPr>
          <p:cNvSpPr/>
          <p:nvPr/>
        </p:nvSpPr>
        <p:spPr>
          <a:xfrm>
            <a:off x="9314332" y="4733365"/>
            <a:ext cx="1712260" cy="609600"/>
          </a:xfrm>
          <a:prstGeom prst="round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History</a:t>
            </a:r>
          </a:p>
        </p:txBody>
      </p:sp>
      <p:sp>
        <p:nvSpPr>
          <p:cNvPr id="9" name="Arrow: Right 8">
            <a:extLst>
              <a:ext uri="{FF2B5EF4-FFF2-40B4-BE49-F238E27FC236}">
                <a16:creationId xmlns:a16="http://schemas.microsoft.com/office/drawing/2014/main" id="{74316F9E-D50C-D983-90E6-CE5DC0AECCD1}"/>
              </a:ext>
            </a:extLst>
          </p:cNvPr>
          <p:cNvSpPr/>
          <p:nvPr/>
        </p:nvSpPr>
        <p:spPr>
          <a:xfrm rot="1318036">
            <a:off x="1679773" y="3140926"/>
            <a:ext cx="1010570" cy="242047"/>
          </a:xfrm>
          <a:prstGeom prst="right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Arrow: Right 9">
            <a:extLst>
              <a:ext uri="{FF2B5EF4-FFF2-40B4-BE49-F238E27FC236}">
                <a16:creationId xmlns:a16="http://schemas.microsoft.com/office/drawing/2014/main" id="{4DCF30CD-A061-B675-F9F2-66021B7A2B04}"/>
              </a:ext>
            </a:extLst>
          </p:cNvPr>
          <p:cNvSpPr/>
          <p:nvPr/>
        </p:nvSpPr>
        <p:spPr>
          <a:xfrm rot="1318036">
            <a:off x="3561808" y="3743431"/>
            <a:ext cx="1010570" cy="242047"/>
          </a:xfrm>
          <a:prstGeom prst="right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row: Right 10">
            <a:extLst>
              <a:ext uri="{FF2B5EF4-FFF2-40B4-BE49-F238E27FC236}">
                <a16:creationId xmlns:a16="http://schemas.microsoft.com/office/drawing/2014/main" id="{00AF9830-8ED2-2B1F-3435-311DCDC716BD}"/>
              </a:ext>
            </a:extLst>
          </p:cNvPr>
          <p:cNvSpPr/>
          <p:nvPr/>
        </p:nvSpPr>
        <p:spPr>
          <a:xfrm rot="1318036">
            <a:off x="5938740" y="4415237"/>
            <a:ext cx="1010570" cy="242047"/>
          </a:xfrm>
          <a:prstGeom prst="right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row: Right 11">
            <a:extLst>
              <a:ext uri="{FF2B5EF4-FFF2-40B4-BE49-F238E27FC236}">
                <a16:creationId xmlns:a16="http://schemas.microsoft.com/office/drawing/2014/main" id="{FE874DAC-F066-C6E6-9D5B-9B0C748026BC}"/>
              </a:ext>
            </a:extLst>
          </p:cNvPr>
          <p:cNvSpPr/>
          <p:nvPr/>
        </p:nvSpPr>
        <p:spPr>
          <a:xfrm rot="1318036">
            <a:off x="7972446" y="4920689"/>
            <a:ext cx="1010570" cy="242047"/>
          </a:xfrm>
          <a:prstGeom prst="right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Arrow: Up 12">
            <a:extLst>
              <a:ext uri="{FF2B5EF4-FFF2-40B4-BE49-F238E27FC236}">
                <a16:creationId xmlns:a16="http://schemas.microsoft.com/office/drawing/2014/main" id="{8CA790CA-AE7E-3826-D229-21BEF70DE545}"/>
              </a:ext>
            </a:extLst>
          </p:cNvPr>
          <p:cNvSpPr/>
          <p:nvPr/>
        </p:nvSpPr>
        <p:spPr>
          <a:xfrm>
            <a:off x="10098744" y="2960697"/>
            <a:ext cx="237562" cy="1627094"/>
          </a:xfrm>
          <a:prstGeom prst="up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Diagonal Corners Snipped 14">
            <a:extLst>
              <a:ext uri="{FF2B5EF4-FFF2-40B4-BE49-F238E27FC236}">
                <a16:creationId xmlns:a16="http://schemas.microsoft.com/office/drawing/2014/main" id="{12C4B088-2803-435A-5082-58080E2A99B2}"/>
              </a:ext>
            </a:extLst>
          </p:cNvPr>
          <p:cNvSpPr/>
          <p:nvPr/>
        </p:nvSpPr>
        <p:spPr>
          <a:xfrm>
            <a:off x="9314332" y="1772244"/>
            <a:ext cx="1712259" cy="986118"/>
          </a:xfrm>
          <a:prstGeom prst="snip2DiagRect">
            <a:avLst/>
          </a:prstGeom>
          <a:solidFill>
            <a:schemeClr val="accent3">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US" sz="1200" dirty="0"/>
              <a:t>Robust</a:t>
            </a:r>
          </a:p>
          <a:p>
            <a:pPr marL="171450" indent="-171450">
              <a:buFont typeface="Arial" panose="020B0604020202020204" pitchFamily="34" charset="0"/>
              <a:buChar char="•"/>
            </a:pPr>
            <a:r>
              <a:rPr lang="en-US" sz="1200" dirty="0"/>
              <a:t>Intelligent</a:t>
            </a:r>
          </a:p>
          <a:p>
            <a:pPr marL="171450" indent="-171450">
              <a:buFont typeface="Arial" panose="020B0604020202020204" pitchFamily="34" charset="0"/>
              <a:buChar char="•"/>
            </a:pPr>
            <a:r>
              <a:rPr lang="en-US" sz="1200" dirty="0"/>
              <a:t>Autonomous</a:t>
            </a:r>
          </a:p>
          <a:p>
            <a:pPr marL="171450" indent="-171450">
              <a:buFont typeface="Arial" panose="020B0604020202020204" pitchFamily="34" charset="0"/>
              <a:buChar char="•"/>
            </a:pPr>
            <a:r>
              <a:rPr lang="en-US" sz="1200" dirty="0"/>
              <a:t>Collaborative Agents</a:t>
            </a:r>
          </a:p>
        </p:txBody>
      </p:sp>
    </p:spTree>
    <p:extLst>
      <p:ext uri="{BB962C8B-B14F-4D97-AF65-F5344CB8AC3E}">
        <p14:creationId xmlns:p14="http://schemas.microsoft.com/office/powerpoint/2010/main" val="224014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000"/>
                                        <p:tgtEl>
                                          <p:spTgt spid="5"/>
                                        </p:tgtEl>
                                      </p:cBhvr>
                                    </p:animEffect>
                                    <p:anim calcmode="lin" valueType="num">
                                      <p:cBhvr>
                                        <p:cTn id="20" dur="1000" fill="hold"/>
                                        <p:tgtEl>
                                          <p:spTgt spid="5"/>
                                        </p:tgtEl>
                                        <p:attrNameLst>
                                          <p:attrName>ppt_x</p:attrName>
                                        </p:attrNameLst>
                                      </p:cBhvr>
                                      <p:tavLst>
                                        <p:tav tm="0">
                                          <p:val>
                                            <p:strVal val="#ppt_x"/>
                                          </p:val>
                                        </p:tav>
                                        <p:tav tm="100000">
                                          <p:val>
                                            <p:strVal val="#ppt_x"/>
                                          </p:val>
                                        </p:tav>
                                      </p:tavLst>
                                    </p:anim>
                                    <p:anim calcmode="lin" valueType="num">
                                      <p:cBhvr>
                                        <p:cTn id="21"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1000"/>
                                        <p:tgtEl>
                                          <p:spTgt spid="10"/>
                                        </p:tgtEl>
                                      </p:cBhvr>
                                    </p:animEffect>
                                    <p:anim calcmode="lin" valueType="num">
                                      <p:cBhvr>
                                        <p:cTn id="27" dur="1000" fill="hold"/>
                                        <p:tgtEl>
                                          <p:spTgt spid="10"/>
                                        </p:tgtEl>
                                        <p:attrNameLst>
                                          <p:attrName>ppt_x</p:attrName>
                                        </p:attrNameLst>
                                      </p:cBhvr>
                                      <p:tavLst>
                                        <p:tav tm="0">
                                          <p:val>
                                            <p:strVal val="#ppt_x"/>
                                          </p:val>
                                        </p:tav>
                                        <p:tav tm="100000">
                                          <p:val>
                                            <p:strVal val="#ppt_x"/>
                                          </p:val>
                                        </p:tav>
                                      </p:tavLst>
                                    </p:anim>
                                    <p:anim calcmode="lin" valueType="num">
                                      <p:cBhvr>
                                        <p:cTn id="28" dur="1000" fill="hold"/>
                                        <p:tgtEl>
                                          <p:spTgt spid="10"/>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1000"/>
                                        <p:tgtEl>
                                          <p:spTgt spid="6"/>
                                        </p:tgtEl>
                                      </p:cBhvr>
                                    </p:animEffect>
                                    <p:anim calcmode="lin" valueType="num">
                                      <p:cBhvr>
                                        <p:cTn id="32" dur="1000" fill="hold"/>
                                        <p:tgtEl>
                                          <p:spTgt spid="6"/>
                                        </p:tgtEl>
                                        <p:attrNameLst>
                                          <p:attrName>ppt_x</p:attrName>
                                        </p:attrNameLst>
                                      </p:cBhvr>
                                      <p:tavLst>
                                        <p:tav tm="0">
                                          <p:val>
                                            <p:strVal val="#ppt_x"/>
                                          </p:val>
                                        </p:tav>
                                        <p:tav tm="100000">
                                          <p:val>
                                            <p:strVal val="#ppt_x"/>
                                          </p:val>
                                        </p:tav>
                                      </p:tavLst>
                                    </p:anim>
                                    <p:anim calcmode="lin" valueType="num">
                                      <p:cBhvr>
                                        <p:cTn id="3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1000"/>
                                        <p:tgtEl>
                                          <p:spTgt spid="11"/>
                                        </p:tgtEl>
                                      </p:cBhvr>
                                    </p:animEffect>
                                    <p:anim calcmode="lin" valueType="num">
                                      <p:cBhvr>
                                        <p:cTn id="39" dur="1000" fill="hold"/>
                                        <p:tgtEl>
                                          <p:spTgt spid="11"/>
                                        </p:tgtEl>
                                        <p:attrNameLst>
                                          <p:attrName>ppt_x</p:attrName>
                                        </p:attrNameLst>
                                      </p:cBhvr>
                                      <p:tavLst>
                                        <p:tav tm="0">
                                          <p:val>
                                            <p:strVal val="#ppt_x"/>
                                          </p:val>
                                        </p:tav>
                                        <p:tav tm="100000">
                                          <p:val>
                                            <p:strVal val="#ppt_x"/>
                                          </p:val>
                                        </p:tav>
                                      </p:tavLst>
                                    </p:anim>
                                    <p:anim calcmode="lin" valueType="num">
                                      <p:cBhvr>
                                        <p:cTn id="40" dur="1000" fill="hold"/>
                                        <p:tgtEl>
                                          <p:spTgt spid="11"/>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7"/>
                                        </p:tgtEl>
                                        <p:attrNameLst>
                                          <p:attrName>style.visibility</p:attrName>
                                        </p:attrNameLst>
                                      </p:cBhvr>
                                      <p:to>
                                        <p:strVal val="visible"/>
                                      </p:to>
                                    </p:set>
                                    <p:animEffect transition="in" filter="fade">
                                      <p:cBhvr>
                                        <p:cTn id="43" dur="1000"/>
                                        <p:tgtEl>
                                          <p:spTgt spid="7"/>
                                        </p:tgtEl>
                                      </p:cBhvr>
                                    </p:animEffect>
                                    <p:anim calcmode="lin" valueType="num">
                                      <p:cBhvr>
                                        <p:cTn id="44" dur="1000" fill="hold"/>
                                        <p:tgtEl>
                                          <p:spTgt spid="7"/>
                                        </p:tgtEl>
                                        <p:attrNameLst>
                                          <p:attrName>ppt_x</p:attrName>
                                        </p:attrNameLst>
                                      </p:cBhvr>
                                      <p:tavLst>
                                        <p:tav tm="0">
                                          <p:val>
                                            <p:strVal val="#ppt_x"/>
                                          </p:val>
                                        </p:tav>
                                        <p:tav tm="100000">
                                          <p:val>
                                            <p:strVal val="#ppt_x"/>
                                          </p:val>
                                        </p:tav>
                                      </p:tavLst>
                                    </p:anim>
                                    <p:anim calcmode="lin" valueType="num">
                                      <p:cBhvr>
                                        <p:cTn id="45"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42" presetClass="entr" presetSubtype="0" fill="hold" grpId="0" nodeType="clickEffect">
                                  <p:stCondLst>
                                    <p:cond delay="0"/>
                                  </p:stCondLst>
                                  <p:childTnLst>
                                    <p:set>
                                      <p:cBhvr>
                                        <p:cTn id="49" dur="1" fill="hold">
                                          <p:stCondLst>
                                            <p:cond delay="0"/>
                                          </p:stCondLst>
                                        </p:cTn>
                                        <p:tgtEl>
                                          <p:spTgt spid="12"/>
                                        </p:tgtEl>
                                        <p:attrNameLst>
                                          <p:attrName>style.visibility</p:attrName>
                                        </p:attrNameLst>
                                      </p:cBhvr>
                                      <p:to>
                                        <p:strVal val="visible"/>
                                      </p:to>
                                    </p:set>
                                    <p:animEffect transition="in" filter="fade">
                                      <p:cBhvr>
                                        <p:cTn id="50" dur="1000"/>
                                        <p:tgtEl>
                                          <p:spTgt spid="12"/>
                                        </p:tgtEl>
                                      </p:cBhvr>
                                    </p:animEffect>
                                    <p:anim calcmode="lin" valueType="num">
                                      <p:cBhvr>
                                        <p:cTn id="51" dur="1000" fill="hold"/>
                                        <p:tgtEl>
                                          <p:spTgt spid="12"/>
                                        </p:tgtEl>
                                        <p:attrNameLst>
                                          <p:attrName>ppt_x</p:attrName>
                                        </p:attrNameLst>
                                      </p:cBhvr>
                                      <p:tavLst>
                                        <p:tav tm="0">
                                          <p:val>
                                            <p:strVal val="#ppt_x"/>
                                          </p:val>
                                        </p:tav>
                                        <p:tav tm="100000">
                                          <p:val>
                                            <p:strVal val="#ppt_x"/>
                                          </p:val>
                                        </p:tav>
                                      </p:tavLst>
                                    </p:anim>
                                    <p:anim calcmode="lin" valueType="num">
                                      <p:cBhvr>
                                        <p:cTn id="52" dur="1000" fill="hold"/>
                                        <p:tgtEl>
                                          <p:spTgt spid="12"/>
                                        </p:tgtEl>
                                        <p:attrNameLst>
                                          <p:attrName>ppt_y</p:attrName>
                                        </p:attrNameLst>
                                      </p:cBhvr>
                                      <p:tavLst>
                                        <p:tav tm="0">
                                          <p:val>
                                            <p:strVal val="#ppt_y+.1"/>
                                          </p:val>
                                        </p:tav>
                                        <p:tav tm="100000">
                                          <p:val>
                                            <p:strVal val="#ppt_y"/>
                                          </p:val>
                                        </p:tav>
                                      </p:tavLst>
                                    </p:anim>
                                  </p:childTnLst>
                                </p:cTn>
                              </p:par>
                              <p:par>
                                <p:cTn id="53" presetID="42" presetClass="entr" presetSubtype="0" fill="hold" grpId="0" nodeType="withEffect">
                                  <p:stCondLst>
                                    <p:cond delay="0"/>
                                  </p:stCondLst>
                                  <p:childTnLst>
                                    <p:set>
                                      <p:cBhvr>
                                        <p:cTn id="54" dur="1" fill="hold">
                                          <p:stCondLst>
                                            <p:cond delay="0"/>
                                          </p:stCondLst>
                                        </p:cTn>
                                        <p:tgtEl>
                                          <p:spTgt spid="8"/>
                                        </p:tgtEl>
                                        <p:attrNameLst>
                                          <p:attrName>style.visibility</p:attrName>
                                        </p:attrNameLst>
                                      </p:cBhvr>
                                      <p:to>
                                        <p:strVal val="visible"/>
                                      </p:to>
                                    </p:set>
                                    <p:animEffect transition="in" filter="fade">
                                      <p:cBhvr>
                                        <p:cTn id="55" dur="1000"/>
                                        <p:tgtEl>
                                          <p:spTgt spid="8"/>
                                        </p:tgtEl>
                                      </p:cBhvr>
                                    </p:animEffect>
                                    <p:anim calcmode="lin" valueType="num">
                                      <p:cBhvr>
                                        <p:cTn id="56" dur="1000" fill="hold"/>
                                        <p:tgtEl>
                                          <p:spTgt spid="8"/>
                                        </p:tgtEl>
                                        <p:attrNameLst>
                                          <p:attrName>ppt_x</p:attrName>
                                        </p:attrNameLst>
                                      </p:cBhvr>
                                      <p:tavLst>
                                        <p:tav tm="0">
                                          <p:val>
                                            <p:strVal val="#ppt_x"/>
                                          </p:val>
                                        </p:tav>
                                        <p:tav tm="100000">
                                          <p:val>
                                            <p:strVal val="#ppt_x"/>
                                          </p:val>
                                        </p:tav>
                                      </p:tavLst>
                                    </p:anim>
                                    <p:anim calcmode="lin" valueType="num">
                                      <p:cBhvr>
                                        <p:cTn id="57"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42" presetClass="entr" presetSubtype="0" fill="hold" grpId="0" nodeType="clickEffect">
                                  <p:stCondLst>
                                    <p:cond delay="0"/>
                                  </p:stCondLst>
                                  <p:childTnLst>
                                    <p:set>
                                      <p:cBhvr>
                                        <p:cTn id="61" dur="1" fill="hold">
                                          <p:stCondLst>
                                            <p:cond delay="0"/>
                                          </p:stCondLst>
                                        </p:cTn>
                                        <p:tgtEl>
                                          <p:spTgt spid="13"/>
                                        </p:tgtEl>
                                        <p:attrNameLst>
                                          <p:attrName>style.visibility</p:attrName>
                                        </p:attrNameLst>
                                      </p:cBhvr>
                                      <p:to>
                                        <p:strVal val="visible"/>
                                      </p:to>
                                    </p:set>
                                    <p:animEffect transition="in" filter="fade">
                                      <p:cBhvr>
                                        <p:cTn id="62" dur="1000"/>
                                        <p:tgtEl>
                                          <p:spTgt spid="13"/>
                                        </p:tgtEl>
                                      </p:cBhvr>
                                    </p:animEffect>
                                    <p:anim calcmode="lin" valueType="num">
                                      <p:cBhvr>
                                        <p:cTn id="63" dur="1000" fill="hold"/>
                                        <p:tgtEl>
                                          <p:spTgt spid="13"/>
                                        </p:tgtEl>
                                        <p:attrNameLst>
                                          <p:attrName>ppt_x</p:attrName>
                                        </p:attrNameLst>
                                      </p:cBhvr>
                                      <p:tavLst>
                                        <p:tav tm="0">
                                          <p:val>
                                            <p:strVal val="#ppt_x"/>
                                          </p:val>
                                        </p:tav>
                                        <p:tav tm="100000">
                                          <p:val>
                                            <p:strVal val="#ppt_x"/>
                                          </p:val>
                                        </p:tav>
                                      </p:tavLst>
                                    </p:anim>
                                    <p:anim calcmode="lin" valueType="num">
                                      <p:cBhvr>
                                        <p:cTn id="64" dur="1000" fill="hold"/>
                                        <p:tgtEl>
                                          <p:spTgt spid="13"/>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15"/>
                                        </p:tgtEl>
                                        <p:attrNameLst>
                                          <p:attrName>style.visibility</p:attrName>
                                        </p:attrNameLst>
                                      </p:cBhvr>
                                      <p:to>
                                        <p:strVal val="visible"/>
                                      </p:to>
                                    </p:set>
                                    <p:animEffect transition="in" filter="fade">
                                      <p:cBhvr>
                                        <p:cTn id="67" dur="1000"/>
                                        <p:tgtEl>
                                          <p:spTgt spid="15"/>
                                        </p:tgtEl>
                                      </p:cBhvr>
                                    </p:animEffect>
                                    <p:anim calcmode="lin" valueType="num">
                                      <p:cBhvr>
                                        <p:cTn id="68" dur="1000" fill="hold"/>
                                        <p:tgtEl>
                                          <p:spTgt spid="15"/>
                                        </p:tgtEl>
                                        <p:attrNameLst>
                                          <p:attrName>ppt_x</p:attrName>
                                        </p:attrNameLst>
                                      </p:cBhvr>
                                      <p:tavLst>
                                        <p:tav tm="0">
                                          <p:val>
                                            <p:strVal val="#ppt_x"/>
                                          </p:val>
                                        </p:tav>
                                        <p:tav tm="100000">
                                          <p:val>
                                            <p:strVal val="#ppt_x"/>
                                          </p:val>
                                        </p:tav>
                                      </p:tavLst>
                                    </p:anim>
                                    <p:anim calcmode="lin" valueType="num">
                                      <p:cBhvr>
                                        <p:cTn id="6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5"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237BC-6BC1-DEB9-7F44-87F739C99D30}"/>
              </a:ext>
            </a:extLst>
          </p:cNvPr>
          <p:cNvSpPr>
            <a:spLocks noGrp="1"/>
          </p:cNvSpPr>
          <p:nvPr>
            <p:ph type="title"/>
          </p:nvPr>
        </p:nvSpPr>
        <p:spPr/>
        <p:txBody>
          <a:bodyPr/>
          <a:lstStyle/>
          <a:p>
            <a:r>
              <a:rPr lang="en-US" b="1" dirty="0"/>
              <a:t>Types of agents</a:t>
            </a:r>
            <a:br>
              <a:rPr lang="en-US" b="1" dirty="0"/>
            </a:br>
            <a:endParaRPr lang="en-US" dirty="0"/>
          </a:p>
        </p:txBody>
      </p:sp>
      <p:sp>
        <p:nvSpPr>
          <p:cNvPr id="4" name="Arrow: Down 3">
            <a:extLst>
              <a:ext uri="{FF2B5EF4-FFF2-40B4-BE49-F238E27FC236}">
                <a16:creationId xmlns:a16="http://schemas.microsoft.com/office/drawing/2014/main" id="{6E822A89-00F1-AB33-2E9A-A8CE44BC3238}"/>
              </a:ext>
            </a:extLst>
          </p:cNvPr>
          <p:cNvSpPr/>
          <p:nvPr/>
        </p:nvSpPr>
        <p:spPr>
          <a:xfrm>
            <a:off x="753035" y="1581217"/>
            <a:ext cx="2214282" cy="2852884"/>
          </a:xfrm>
          <a:prstGeom prst="downArrow">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Azure AI Agent</a:t>
            </a:r>
            <a:endParaRPr lang="en-US" dirty="0"/>
          </a:p>
        </p:txBody>
      </p:sp>
      <p:sp>
        <p:nvSpPr>
          <p:cNvPr id="5" name="Arrow: Down 4">
            <a:extLst>
              <a:ext uri="{FF2B5EF4-FFF2-40B4-BE49-F238E27FC236}">
                <a16:creationId xmlns:a16="http://schemas.microsoft.com/office/drawing/2014/main" id="{55FB3EF2-3865-21FF-0039-D71450F1896C}"/>
              </a:ext>
            </a:extLst>
          </p:cNvPr>
          <p:cNvSpPr/>
          <p:nvPr/>
        </p:nvSpPr>
        <p:spPr>
          <a:xfrm>
            <a:off x="4876801" y="1581217"/>
            <a:ext cx="2214282" cy="2852884"/>
          </a:xfrm>
          <a:prstGeom prst="downArrow">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Chat Completion Agen</a:t>
            </a:r>
            <a:endParaRPr lang="en-US" dirty="0"/>
          </a:p>
        </p:txBody>
      </p:sp>
      <p:sp>
        <p:nvSpPr>
          <p:cNvPr id="6" name="Arrow: Down 5">
            <a:extLst>
              <a:ext uri="{FF2B5EF4-FFF2-40B4-BE49-F238E27FC236}">
                <a16:creationId xmlns:a16="http://schemas.microsoft.com/office/drawing/2014/main" id="{35FBCA55-1275-0D06-C792-D05877976CA4}"/>
              </a:ext>
            </a:extLst>
          </p:cNvPr>
          <p:cNvSpPr/>
          <p:nvPr/>
        </p:nvSpPr>
        <p:spPr>
          <a:xfrm>
            <a:off x="9000567" y="1609165"/>
            <a:ext cx="2214282" cy="2852884"/>
          </a:xfrm>
          <a:prstGeom prst="downArrow">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OpenAI Assistant Agent</a:t>
            </a:r>
            <a:endParaRPr lang="en-US" dirty="0"/>
          </a:p>
        </p:txBody>
      </p:sp>
      <p:sp>
        <p:nvSpPr>
          <p:cNvPr id="8" name="Rectangle: Diagonal Corners Rounded 7">
            <a:extLst>
              <a:ext uri="{FF2B5EF4-FFF2-40B4-BE49-F238E27FC236}">
                <a16:creationId xmlns:a16="http://schemas.microsoft.com/office/drawing/2014/main" id="{9C2B4928-CA82-4687-374A-81C21BD6B096}"/>
              </a:ext>
            </a:extLst>
          </p:cNvPr>
          <p:cNvSpPr/>
          <p:nvPr/>
        </p:nvSpPr>
        <p:spPr>
          <a:xfrm>
            <a:off x="519951" y="4462049"/>
            <a:ext cx="2671484" cy="1629468"/>
          </a:xfrm>
          <a:prstGeom prst="round2Diag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US" sz="1200" dirty="0"/>
              <a:t>Seamless tool integration</a:t>
            </a:r>
          </a:p>
          <a:p>
            <a:pPr marL="171450" indent="-171450">
              <a:buFont typeface="Arial" panose="020B0604020202020204" pitchFamily="34" charset="0"/>
              <a:buChar char="•"/>
            </a:pPr>
            <a:r>
              <a:rPr lang="en-US" sz="1200" dirty="0"/>
              <a:t>Automatic tool calling</a:t>
            </a:r>
          </a:p>
          <a:p>
            <a:pPr marL="171450" indent="-171450">
              <a:buFont typeface="Arial" panose="020B0604020202020204" pitchFamily="34" charset="0"/>
              <a:buChar char="•"/>
            </a:pPr>
            <a:r>
              <a:rPr lang="en-US" sz="1200" dirty="0"/>
              <a:t>History management using threads</a:t>
            </a:r>
          </a:p>
          <a:p>
            <a:pPr marL="171450" indent="-171450">
              <a:buFont typeface="Arial" panose="020B0604020202020204" pitchFamily="34" charset="0"/>
              <a:buChar char="•"/>
            </a:pPr>
            <a:r>
              <a:rPr lang="en-US" sz="1200" dirty="0"/>
              <a:t>Built in tools: code execution, file retrieval, data interaction using </a:t>
            </a:r>
            <a:r>
              <a:rPr lang="en-US" sz="1200" dirty="0" err="1"/>
              <a:t>bing</a:t>
            </a:r>
            <a:r>
              <a:rPr lang="en-US" sz="1200" dirty="0"/>
              <a:t>, Azure AI search, Azure Functions</a:t>
            </a:r>
          </a:p>
        </p:txBody>
      </p:sp>
      <p:sp>
        <p:nvSpPr>
          <p:cNvPr id="9" name="Rectangle: Diagonal Corners Rounded 8">
            <a:extLst>
              <a:ext uri="{FF2B5EF4-FFF2-40B4-BE49-F238E27FC236}">
                <a16:creationId xmlns:a16="http://schemas.microsoft.com/office/drawing/2014/main" id="{B2E0B942-C72F-62DE-560A-D6DA926D4175}"/>
              </a:ext>
            </a:extLst>
          </p:cNvPr>
          <p:cNvSpPr/>
          <p:nvPr/>
        </p:nvSpPr>
        <p:spPr>
          <a:xfrm>
            <a:off x="4648200" y="4462049"/>
            <a:ext cx="2671484" cy="1629468"/>
          </a:xfrm>
          <a:prstGeom prst="round2Diag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US" sz="1200" dirty="0"/>
              <a:t>Designed for Chat completion and conversation interfaces</a:t>
            </a:r>
          </a:p>
          <a:p>
            <a:pPr marL="171450" indent="-171450">
              <a:buFont typeface="Arial" panose="020B0604020202020204" pitchFamily="34" charset="0"/>
              <a:buChar char="•"/>
            </a:pPr>
            <a:r>
              <a:rPr lang="en-US" sz="1200" dirty="0"/>
              <a:t>Supports NLP</a:t>
            </a:r>
          </a:p>
          <a:p>
            <a:pPr marL="171450" indent="-171450">
              <a:buFont typeface="Arial" panose="020B0604020202020204" pitchFamily="34" charset="0"/>
              <a:buChar char="•"/>
            </a:pPr>
            <a:r>
              <a:rPr lang="en-US" sz="1200" dirty="0"/>
              <a:t>Contextual Understanding</a:t>
            </a:r>
          </a:p>
          <a:p>
            <a:pPr marL="171450" indent="-171450">
              <a:buFont typeface="Arial" panose="020B0604020202020204" pitchFamily="34" charset="0"/>
              <a:buChar char="•"/>
            </a:pPr>
            <a:r>
              <a:rPr lang="en-US" sz="1200" dirty="0"/>
              <a:t>Dialogue Management</a:t>
            </a:r>
          </a:p>
        </p:txBody>
      </p:sp>
      <p:sp>
        <p:nvSpPr>
          <p:cNvPr id="10" name="Rectangle: Diagonal Corners Rounded 9">
            <a:extLst>
              <a:ext uri="{FF2B5EF4-FFF2-40B4-BE49-F238E27FC236}">
                <a16:creationId xmlns:a16="http://schemas.microsoft.com/office/drawing/2014/main" id="{783158D6-74AD-7B66-F7FE-F9CDFD3CD2F4}"/>
              </a:ext>
            </a:extLst>
          </p:cNvPr>
          <p:cNvSpPr/>
          <p:nvPr/>
        </p:nvSpPr>
        <p:spPr>
          <a:xfrm>
            <a:off x="8771966" y="4462049"/>
            <a:ext cx="2671484" cy="1629468"/>
          </a:xfrm>
          <a:prstGeom prst="round2Diag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US" sz="1200" dirty="0"/>
              <a:t>More advanced capabilities</a:t>
            </a:r>
          </a:p>
          <a:p>
            <a:pPr marL="171450" indent="-171450">
              <a:buFont typeface="Arial" panose="020B0604020202020204" pitchFamily="34" charset="0"/>
              <a:buChar char="•"/>
            </a:pPr>
            <a:r>
              <a:rPr lang="en-US" sz="1200" dirty="0"/>
              <a:t>Multistep tasks</a:t>
            </a:r>
          </a:p>
          <a:p>
            <a:pPr marL="171450" indent="-171450">
              <a:buFont typeface="Arial" panose="020B0604020202020204" pitchFamily="34" charset="0"/>
              <a:buChar char="•"/>
            </a:pPr>
            <a:r>
              <a:rPr lang="en-US" sz="1200" dirty="0"/>
              <a:t>Supports agent goal driven interactions</a:t>
            </a:r>
          </a:p>
          <a:p>
            <a:pPr marL="171450" indent="-171450">
              <a:buFont typeface="Arial" panose="020B0604020202020204" pitchFamily="34" charset="0"/>
              <a:buChar char="•"/>
            </a:pPr>
            <a:r>
              <a:rPr lang="en-US" sz="1200" dirty="0"/>
              <a:t>Code interpretation</a:t>
            </a:r>
          </a:p>
          <a:p>
            <a:pPr marL="171450" indent="-171450">
              <a:buFont typeface="Arial" panose="020B0604020202020204" pitchFamily="34" charset="0"/>
              <a:buChar char="•"/>
            </a:pPr>
            <a:r>
              <a:rPr lang="en-US" sz="1200" dirty="0"/>
              <a:t>File search</a:t>
            </a:r>
          </a:p>
        </p:txBody>
      </p:sp>
    </p:spTree>
    <p:extLst>
      <p:ext uri="{BB962C8B-B14F-4D97-AF65-F5344CB8AC3E}">
        <p14:creationId xmlns:p14="http://schemas.microsoft.com/office/powerpoint/2010/main" val="3884787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inVertic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arn(inVertical)">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1000"/>
                                        <p:tgtEl>
                                          <p:spTgt spid="8"/>
                                        </p:tgtEl>
                                      </p:cBhvr>
                                    </p:animEffect>
                                    <p:anim calcmode="lin" valueType="num">
                                      <p:cBhvr>
                                        <p:cTn id="23" dur="1000" fill="hold"/>
                                        <p:tgtEl>
                                          <p:spTgt spid="8"/>
                                        </p:tgtEl>
                                        <p:attrNameLst>
                                          <p:attrName>ppt_x</p:attrName>
                                        </p:attrNameLst>
                                      </p:cBhvr>
                                      <p:tavLst>
                                        <p:tav tm="0">
                                          <p:val>
                                            <p:strVal val="#ppt_x"/>
                                          </p:val>
                                        </p:tav>
                                        <p:tav tm="100000">
                                          <p:val>
                                            <p:strVal val="#ppt_x"/>
                                          </p:val>
                                        </p:tav>
                                      </p:tavLst>
                                    </p:anim>
                                    <p:anim calcmode="lin" valueType="num">
                                      <p:cBhvr>
                                        <p:cTn id="2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1000"/>
                                        <p:tgtEl>
                                          <p:spTgt spid="9"/>
                                        </p:tgtEl>
                                      </p:cBhvr>
                                    </p:animEffect>
                                    <p:anim calcmode="lin" valueType="num">
                                      <p:cBhvr>
                                        <p:cTn id="30" dur="1000" fill="hold"/>
                                        <p:tgtEl>
                                          <p:spTgt spid="9"/>
                                        </p:tgtEl>
                                        <p:attrNameLst>
                                          <p:attrName>ppt_x</p:attrName>
                                        </p:attrNameLst>
                                      </p:cBhvr>
                                      <p:tavLst>
                                        <p:tav tm="0">
                                          <p:val>
                                            <p:strVal val="#ppt_x"/>
                                          </p:val>
                                        </p:tav>
                                        <p:tav tm="100000">
                                          <p:val>
                                            <p:strVal val="#ppt_x"/>
                                          </p:val>
                                        </p:tav>
                                      </p:tavLst>
                                    </p:anim>
                                    <p:anim calcmode="lin" valueType="num">
                                      <p:cBhvr>
                                        <p:cTn id="31"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1000"/>
                                        <p:tgtEl>
                                          <p:spTgt spid="10"/>
                                        </p:tgtEl>
                                      </p:cBhvr>
                                    </p:animEffect>
                                    <p:anim calcmode="lin" valueType="num">
                                      <p:cBhvr>
                                        <p:cTn id="37" dur="1000" fill="hold"/>
                                        <p:tgtEl>
                                          <p:spTgt spid="10"/>
                                        </p:tgtEl>
                                        <p:attrNameLst>
                                          <p:attrName>ppt_x</p:attrName>
                                        </p:attrNameLst>
                                      </p:cBhvr>
                                      <p:tavLst>
                                        <p:tav tm="0">
                                          <p:val>
                                            <p:strVal val="#ppt_x"/>
                                          </p:val>
                                        </p:tav>
                                        <p:tav tm="100000">
                                          <p:val>
                                            <p:strVal val="#ppt_x"/>
                                          </p:val>
                                        </p:tav>
                                      </p:tavLst>
                                    </p:anim>
                                    <p:anim calcmode="lin" valueType="num">
                                      <p:cBhvr>
                                        <p:cTn id="38"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8" grpId="0" animBg="1"/>
      <p:bldP spid="9" grpId="0" animBg="1"/>
      <p:bldP spid="10"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ECD55-359A-47F4-7D02-C5B9947BFB7B}"/>
              </a:ext>
            </a:extLst>
          </p:cNvPr>
          <p:cNvSpPr>
            <a:spLocks noGrp="1"/>
          </p:cNvSpPr>
          <p:nvPr>
            <p:ph type="title"/>
          </p:nvPr>
        </p:nvSpPr>
        <p:spPr/>
        <p:txBody>
          <a:bodyPr/>
          <a:lstStyle/>
          <a:p>
            <a:r>
              <a:rPr lang="en-US" b="1" dirty="0"/>
              <a:t>Design an agent selection strategy</a:t>
            </a:r>
            <a:br>
              <a:rPr lang="en-US" b="1" dirty="0"/>
            </a:br>
            <a:endParaRPr lang="en-US" dirty="0"/>
          </a:p>
        </p:txBody>
      </p:sp>
      <p:graphicFrame>
        <p:nvGraphicFramePr>
          <p:cNvPr id="7" name="Content Placeholder 6">
            <a:extLst>
              <a:ext uri="{FF2B5EF4-FFF2-40B4-BE49-F238E27FC236}">
                <a16:creationId xmlns:a16="http://schemas.microsoft.com/office/drawing/2014/main" id="{4B6B9645-E0DA-5BCC-2C66-54A17114C752}"/>
              </a:ext>
            </a:extLst>
          </p:cNvPr>
          <p:cNvGraphicFramePr>
            <a:graphicFrameLocks noGrp="1"/>
          </p:cNvGraphicFramePr>
          <p:nvPr>
            <p:ph idx="1"/>
            <p:extLst>
              <p:ext uri="{D42A27DB-BD31-4B8C-83A1-F6EECF244321}">
                <p14:modId xmlns:p14="http://schemas.microsoft.com/office/powerpoint/2010/main" val="4114298096"/>
              </p:ext>
            </p:extLst>
          </p:nvPr>
        </p:nvGraphicFramePr>
        <p:xfrm>
          <a:off x="1130270" y="2171769"/>
          <a:ext cx="9603275" cy="32945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extBox 8">
            <a:extLst>
              <a:ext uri="{FF2B5EF4-FFF2-40B4-BE49-F238E27FC236}">
                <a16:creationId xmlns:a16="http://schemas.microsoft.com/office/drawing/2014/main" id="{618205FA-A6EE-4B13-A19A-E9D8B528F3B5}"/>
              </a:ext>
            </a:extLst>
          </p:cNvPr>
          <p:cNvSpPr txBox="1"/>
          <p:nvPr/>
        </p:nvSpPr>
        <p:spPr>
          <a:xfrm>
            <a:off x="1606923" y="1717832"/>
            <a:ext cx="6100482" cy="369332"/>
          </a:xfrm>
          <a:prstGeom prst="rect">
            <a:avLst/>
          </a:prstGeom>
          <a:noFill/>
        </p:spPr>
        <p:txBody>
          <a:bodyPr wrap="square">
            <a:spAutoFit/>
          </a:bodyPr>
          <a:lstStyle/>
          <a:p>
            <a:pPr algn="l">
              <a:spcBef>
                <a:spcPts val="2250"/>
              </a:spcBef>
              <a:spcAft>
                <a:spcPts val="1350"/>
              </a:spcAft>
            </a:pPr>
            <a:r>
              <a:rPr lang="en-US" b="1" i="0" dirty="0">
                <a:solidFill>
                  <a:srgbClr val="002060"/>
                </a:solidFill>
                <a:effectLst/>
                <a:latin typeface="Segoe UI" panose="020B0502040204020203" pitchFamily="34" charset="0"/>
              </a:rPr>
              <a:t>Why is agent selection important?</a:t>
            </a:r>
          </a:p>
        </p:txBody>
      </p:sp>
    </p:spTree>
    <p:extLst>
      <p:ext uri="{BB962C8B-B14F-4D97-AF65-F5344CB8AC3E}">
        <p14:creationId xmlns:p14="http://schemas.microsoft.com/office/powerpoint/2010/main" val="3552768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AsOne/>
      </p:bldGraphic>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0F578-E063-AAF2-2F74-950DD036FBD0}"/>
              </a:ext>
            </a:extLst>
          </p:cNvPr>
          <p:cNvSpPr>
            <a:spLocks noGrp="1"/>
          </p:cNvSpPr>
          <p:nvPr>
            <p:ph type="title"/>
          </p:nvPr>
        </p:nvSpPr>
        <p:spPr/>
        <p:txBody>
          <a:bodyPr>
            <a:normAutofit/>
          </a:bodyPr>
          <a:lstStyle/>
          <a:p>
            <a:r>
              <a:rPr lang="en-US" sz="2000" b="1" dirty="0"/>
              <a:t>How does the framework select agents?</a:t>
            </a:r>
            <a:br>
              <a:rPr lang="en-US" sz="2000" b="1" dirty="0"/>
            </a:br>
            <a:endParaRPr lang="en-US" sz="2000" dirty="0"/>
          </a:p>
        </p:txBody>
      </p:sp>
      <p:graphicFrame>
        <p:nvGraphicFramePr>
          <p:cNvPr id="5" name="Content Placeholder 4">
            <a:extLst>
              <a:ext uri="{FF2B5EF4-FFF2-40B4-BE49-F238E27FC236}">
                <a16:creationId xmlns:a16="http://schemas.microsoft.com/office/drawing/2014/main" id="{B56D220A-64B7-3608-A1CF-018BD29E796D}"/>
              </a:ext>
            </a:extLst>
          </p:cNvPr>
          <p:cNvGraphicFramePr>
            <a:graphicFrameLocks noGrp="1"/>
          </p:cNvGraphicFramePr>
          <p:nvPr>
            <p:ph idx="1"/>
            <p:extLst>
              <p:ext uri="{D42A27DB-BD31-4B8C-83A1-F6EECF244321}">
                <p14:modId xmlns:p14="http://schemas.microsoft.com/office/powerpoint/2010/main" val="97300730"/>
              </p:ext>
            </p:extLst>
          </p:nvPr>
        </p:nvGraphicFramePr>
        <p:xfrm>
          <a:off x="1130270" y="2171769"/>
          <a:ext cx="9603275" cy="32945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64033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graphicEl>
                                              <a:dgm id="{99A45A7B-A4E6-46FD-B4C8-C98EC6FFF286}"/>
                                            </p:graphicEl>
                                          </p:spTgt>
                                        </p:tgtEl>
                                        <p:attrNameLst>
                                          <p:attrName>style.visibility</p:attrName>
                                        </p:attrNameLst>
                                      </p:cBhvr>
                                      <p:to>
                                        <p:strVal val="visible"/>
                                      </p:to>
                                    </p:set>
                                    <p:animEffect transition="in" filter="fade">
                                      <p:cBhvr>
                                        <p:cTn id="7" dur="1000"/>
                                        <p:tgtEl>
                                          <p:spTgt spid="5">
                                            <p:graphicEl>
                                              <a:dgm id="{99A45A7B-A4E6-46FD-B4C8-C98EC6FFF286}"/>
                                            </p:graphicEl>
                                          </p:spTgt>
                                        </p:tgtEl>
                                      </p:cBhvr>
                                    </p:animEffect>
                                    <p:anim calcmode="lin" valueType="num">
                                      <p:cBhvr>
                                        <p:cTn id="8" dur="1000" fill="hold"/>
                                        <p:tgtEl>
                                          <p:spTgt spid="5">
                                            <p:graphicEl>
                                              <a:dgm id="{99A45A7B-A4E6-46FD-B4C8-C98EC6FFF286}"/>
                                            </p:graphicEl>
                                          </p:spTgt>
                                        </p:tgtEl>
                                        <p:attrNameLst>
                                          <p:attrName>ppt_x</p:attrName>
                                        </p:attrNameLst>
                                      </p:cBhvr>
                                      <p:tavLst>
                                        <p:tav tm="0">
                                          <p:val>
                                            <p:strVal val="#ppt_x"/>
                                          </p:val>
                                        </p:tav>
                                        <p:tav tm="100000">
                                          <p:val>
                                            <p:strVal val="#ppt_x"/>
                                          </p:val>
                                        </p:tav>
                                      </p:tavLst>
                                    </p:anim>
                                    <p:anim calcmode="lin" valueType="num">
                                      <p:cBhvr>
                                        <p:cTn id="9" dur="1000" fill="hold"/>
                                        <p:tgtEl>
                                          <p:spTgt spid="5">
                                            <p:graphicEl>
                                              <a:dgm id="{99A45A7B-A4E6-46FD-B4C8-C98EC6FFF286}"/>
                                            </p:graphic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graphicEl>
                                              <a:dgm id="{1BE4FBBF-591C-41B9-94E2-3B1B4AD2F854}"/>
                                            </p:graphicEl>
                                          </p:spTgt>
                                        </p:tgtEl>
                                        <p:attrNameLst>
                                          <p:attrName>style.visibility</p:attrName>
                                        </p:attrNameLst>
                                      </p:cBhvr>
                                      <p:to>
                                        <p:strVal val="visible"/>
                                      </p:to>
                                    </p:set>
                                    <p:animEffect transition="in" filter="fade">
                                      <p:cBhvr>
                                        <p:cTn id="14" dur="1000"/>
                                        <p:tgtEl>
                                          <p:spTgt spid="5">
                                            <p:graphicEl>
                                              <a:dgm id="{1BE4FBBF-591C-41B9-94E2-3B1B4AD2F854}"/>
                                            </p:graphicEl>
                                          </p:spTgt>
                                        </p:tgtEl>
                                      </p:cBhvr>
                                    </p:animEffect>
                                    <p:anim calcmode="lin" valueType="num">
                                      <p:cBhvr>
                                        <p:cTn id="15" dur="1000" fill="hold"/>
                                        <p:tgtEl>
                                          <p:spTgt spid="5">
                                            <p:graphicEl>
                                              <a:dgm id="{1BE4FBBF-591C-41B9-94E2-3B1B4AD2F854}"/>
                                            </p:graphicEl>
                                          </p:spTgt>
                                        </p:tgtEl>
                                        <p:attrNameLst>
                                          <p:attrName>ppt_x</p:attrName>
                                        </p:attrNameLst>
                                      </p:cBhvr>
                                      <p:tavLst>
                                        <p:tav tm="0">
                                          <p:val>
                                            <p:strVal val="#ppt_x"/>
                                          </p:val>
                                        </p:tav>
                                        <p:tav tm="100000">
                                          <p:val>
                                            <p:strVal val="#ppt_x"/>
                                          </p:val>
                                        </p:tav>
                                      </p:tavLst>
                                    </p:anim>
                                    <p:anim calcmode="lin" valueType="num">
                                      <p:cBhvr>
                                        <p:cTn id="16" dur="1000" fill="hold"/>
                                        <p:tgtEl>
                                          <p:spTgt spid="5">
                                            <p:graphicEl>
                                              <a:dgm id="{1BE4FBBF-591C-41B9-94E2-3B1B4AD2F854}"/>
                                            </p:graphic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graphicEl>
                                              <a:dgm id="{9BAB483B-E6FB-4991-B738-0BAEDD4B4D32}"/>
                                            </p:graphicEl>
                                          </p:spTgt>
                                        </p:tgtEl>
                                        <p:attrNameLst>
                                          <p:attrName>style.visibility</p:attrName>
                                        </p:attrNameLst>
                                      </p:cBhvr>
                                      <p:to>
                                        <p:strVal val="visible"/>
                                      </p:to>
                                    </p:set>
                                    <p:animEffect transition="in" filter="fade">
                                      <p:cBhvr>
                                        <p:cTn id="21" dur="1000"/>
                                        <p:tgtEl>
                                          <p:spTgt spid="5">
                                            <p:graphicEl>
                                              <a:dgm id="{9BAB483B-E6FB-4991-B738-0BAEDD4B4D32}"/>
                                            </p:graphicEl>
                                          </p:spTgt>
                                        </p:tgtEl>
                                      </p:cBhvr>
                                    </p:animEffect>
                                    <p:anim calcmode="lin" valueType="num">
                                      <p:cBhvr>
                                        <p:cTn id="22" dur="1000" fill="hold"/>
                                        <p:tgtEl>
                                          <p:spTgt spid="5">
                                            <p:graphicEl>
                                              <a:dgm id="{9BAB483B-E6FB-4991-B738-0BAEDD4B4D32}"/>
                                            </p:graphicEl>
                                          </p:spTgt>
                                        </p:tgtEl>
                                        <p:attrNameLst>
                                          <p:attrName>ppt_x</p:attrName>
                                        </p:attrNameLst>
                                      </p:cBhvr>
                                      <p:tavLst>
                                        <p:tav tm="0">
                                          <p:val>
                                            <p:strVal val="#ppt_x"/>
                                          </p:val>
                                        </p:tav>
                                        <p:tav tm="100000">
                                          <p:val>
                                            <p:strVal val="#ppt_x"/>
                                          </p:val>
                                        </p:tav>
                                      </p:tavLst>
                                    </p:anim>
                                    <p:anim calcmode="lin" valueType="num">
                                      <p:cBhvr>
                                        <p:cTn id="23" dur="1000" fill="hold"/>
                                        <p:tgtEl>
                                          <p:spTgt spid="5">
                                            <p:graphicEl>
                                              <a:dgm id="{9BAB483B-E6FB-4991-B738-0BAEDD4B4D32}"/>
                                            </p:graphic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5">
                                            <p:graphicEl>
                                              <a:dgm id="{061C8201-FD24-40DD-B5DE-E01D2A8562AE}"/>
                                            </p:graphicEl>
                                          </p:spTgt>
                                        </p:tgtEl>
                                        <p:attrNameLst>
                                          <p:attrName>style.visibility</p:attrName>
                                        </p:attrNameLst>
                                      </p:cBhvr>
                                      <p:to>
                                        <p:strVal val="visible"/>
                                      </p:to>
                                    </p:set>
                                    <p:animEffect transition="in" filter="fade">
                                      <p:cBhvr>
                                        <p:cTn id="28" dur="1000"/>
                                        <p:tgtEl>
                                          <p:spTgt spid="5">
                                            <p:graphicEl>
                                              <a:dgm id="{061C8201-FD24-40DD-B5DE-E01D2A8562AE}"/>
                                            </p:graphicEl>
                                          </p:spTgt>
                                        </p:tgtEl>
                                      </p:cBhvr>
                                    </p:animEffect>
                                    <p:anim calcmode="lin" valueType="num">
                                      <p:cBhvr>
                                        <p:cTn id="29" dur="1000" fill="hold"/>
                                        <p:tgtEl>
                                          <p:spTgt spid="5">
                                            <p:graphicEl>
                                              <a:dgm id="{061C8201-FD24-40DD-B5DE-E01D2A8562AE}"/>
                                            </p:graphicEl>
                                          </p:spTgt>
                                        </p:tgtEl>
                                        <p:attrNameLst>
                                          <p:attrName>ppt_x</p:attrName>
                                        </p:attrNameLst>
                                      </p:cBhvr>
                                      <p:tavLst>
                                        <p:tav tm="0">
                                          <p:val>
                                            <p:strVal val="#ppt_x"/>
                                          </p:val>
                                        </p:tav>
                                        <p:tav tm="100000">
                                          <p:val>
                                            <p:strVal val="#ppt_x"/>
                                          </p:val>
                                        </p:tav>
                                      </p:tavLst>
                                    </p:anim>
                                    <p:anim calcmode="lin" valueType="num">
                                      <p:cBhvr>
                                        <p:cTn id="30" dur="1000" fill="hold"/>
                                        <p:tgtEl>
                                          <p:spTgt spid="5">
                                            <p:graphicEl>
                                              <a:dgm id="{061C8201-FD24-40DD-B5DE-E01D2A8562AE}"/>
                                            </p:graphic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5">
                                            <p:graphicEl>
                                              <a:dgm id="{26F315D3-2914-4113-866F-46A8E2974B35}"/>
                                            </p:graphicEl>
                                          </p:spTgt>
                                        </p:tgtEl>
                                        <p:attrNameLst>
                                          <p:attrName>style.visibility</p:attrName>
                                        </p:attrNameLst>
                                      </p:cBhvr>
                                      <p:to>
                                        <p:strVal val="visible"/>
                                      </p:to>
                                    </p:set>
                                    <p:animEffect transition="in" filter="fade">
                                      <p:cBhvr>
                                        <p:cTn id="35" dur="1000"/>
                                        <p:tgtEl>
                                          <p:spTgt spid="5">
                                            <p:graphicEl>
                                              <a:dgm id="{26F315D3-2914-4113-866F-46A8E2974B35}"/>
                                            </p:graphicEl>
                                          </p:spTgt>
                                        </p:tgtEl>
                                      </p:cBhvr>
                                    </p:animEffect>
                                    <p:anim calcmode="lin" valueType="num">
                                      <p:cBhvr>
                                        <p:cTn id="36" dur="1000" fill="hold"/>
                                        <p:tgtEl>
                                          <p:spTgt spid="5">
                                            <p:graphicEl>
                                              <a:dgm id="{26F315D3-2914-4113-866F-46A8E2974B35}"/>
                                            </p:graphicEl>
                                          </p:spTgt>
                                        </p:tgtEl>
                                        <p:attrNameLst>
                                          <p:attrName>ppt_x</p:attrName>
                                        </p:attrNameLst>
                                      </p:cBhvr>
                                      <p:tavLst>
                                        <p:tav tm="0">
                                          <p:val>
                                            <p:strVal val="#ppt_x"/>
                                          </p:val>
                                        </p:tav>
                                        <p:tav tm="100000">
                                          <p:val>
                                            <p:strVal val="#ppt_x"/>
                                          </p:val>
                                        </p:tav>
                                      </p:tavLst>
                                    </p:anim>
                                    <p:anim calcmode="lin" valueType="num">
                                      <p:cBhvr>
                                        <p:cTn id="37" dur="1000" fill="hold"/>
                                        <p:tgtEl>
                                          <p:spTgt spid="5">
                                            <p:graphicEl>
                                              <a:dgm id="{26F315D3-2914-4113-866F-46A8E2974B35}"/>
                                            </p:graphic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5">
                                            <p:graphicEl>
                                              <a:dgm id="{7501CAD7-2F56-46E0-A07F-759D75E610BD}"/>
                                            </p:graphicEl>
                                          </p:spTgt>
                                        </p:tgtEl>
                                        <p:attrNameLst>
                                          <p:attrName>style.visibility</p:attrName>
                                        </p:attrNameLst>
                                      </p:cBhvr>
                                      <p:to>
                                        <p:strVal val="visible"/>
                                      </p:to>
                                    </p:set>
                                    <p:animEffect transition="in" filter="fade">
                                      <p:cBhvr>
                                        <p:cTn id="42" dur="1000"/>
                                        <p:tgtEl>
                                          <p:spTgt spid="5">
                                            <p:graphicEl>
                                              <a:dgm id="{7501CAD7-2F56-46E0-A07F-759D75E610BD}"/>
                                            </p:graphicEl>
                                          </p:spTgt>
                                        </p:tgtEl>
                                      </p:cBhvr>
                                    </p:animEffect>
                                    <p:anim calcmode="lin" valueType="num">
                                      <p:cBhvr>
                                        <p:cTn id="43" dur="1000" fill="hold"/>
                                        <p:tgtEl>
                                          <p:spTgt spid="5">
                                            <p:graphicEl>
                                              <a:dgm id="{7501CAD7-2F56-46E0-A07F-759D75E610BD}"/>
                                            </p:graphicEl>
                                          </p:spTgt>
                                        </p:tgtEl>
                                        <p:attrNameLst>
                                          <p:attrName>ppt_x</p:attrName>
                                        </p:attrNameLst>
                                      </p:cBhvr>
                                      <p:tavLst>
                                        <p:tav tm="0">
                                          <p:val>
                                            <p:strVal val="#ppt_x"/>
                                          </p:val>
                                        </p:tav>
                                        <p:tav tm="100000">
                                          <p:val>
                                            <p:strVal val="#ppt_x"/>
                                          </p:val>
                                        </p:tav>
                                      </p:tavLst>
                                    </p:anim>
                                    <p:anim calcmode="lin" valueType="num">
                                      <p:cBhvr>
                                        <p:cTn id="44" dur="1000" fill="hold"/>
                                        <p:tgtEl>
                                          <p:spTgt spid="5">
                                            <p:graphicEl>
                                              <a:dgm id="{7501CAD7-2F56-46E0-A07F-759D75E610BD}"/>
                                            </p:graphic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5">
                                            <p:graphicEl>
                                              <a:dgm id="{7B635055-DC66-4991-9962-F6D8E62AEB4D}"/>
                                            </p:graphicEl>
                                          </p:spTgt>
                                        </p:tgtEl>
                                        <p:attrNameLst>
                                          <p:attrName>style.visibility</p:attrName>
                                        </p:attrNameLst>
                                      </p:cBhvr>
                                      <p:to>
                                        <p:strVal val="visible"/>
                                      </p:to>
                                    </p:set>
                                    <p:animEffect transition="in" filter="fade">
                                      <p:cBhvr>
                                        <p:cTn id="49" dur="1000"/>
                                        <p:tgtEl>
                                          <p:spTgt spid="5">
                                            <p:graphicEl>
                                              <a:dgm id="{7B635055-DC66-4991-9962-F6D8E62AEB4D}"/>
                                            </p:graphicEl>
                                          </p:spTgt>
                                        </p:tgtEl>
                                      </p:cBhvr>
                                    </p:animEffect>
                                    <p:anim calcmode="lin" valueType="num">
                                      <p:cBhvr>
                                        <p:cTn id="50" dur="1000" fill="hold"/>
                                        <p:tgtEl>
                                          <p:spTgt spid="5">
                                            <p:graphicEl>
                                              <a:dgm id="{7B635055-DC66-4991-9962-F6D8E62AEB4D}"/>
                                            </p:graphicEl>
                                          </p:spTgt>
                                        </p:tgtEl>
                                        <p:attrNameLst>
                                          <p:attrName>ppt_x</p:attrName>
                                        </p:attrNameLst>
                                      </p:cBhvr>
                                      <p:tavLst>
                                        <p:tav tm="0">
                                          <p:val>
                                            <p:strVal val="#ppt_x"/>
                                          </p:val>
                                        </p:tav>
                                        <p:tav tm="100000">
                                          <p:val>
                                            <p:strVal val="#ppt_x"/>
                                          </p:val>
                                        </p:tav>
                                      </p:tavLst>
                                    </p:anim>
                                    <p:anim calcmode="lin" valueType="num">
                                      <p:cBhvr>
                                        <p:cTn id="51" dur="1000" fill="hold"/>
                                        <p:tgtEl>
                                          <p:spTgt spid="5">
                                            <p:graphicEl>
                                              <a:dgm id="{7B635055-DC66-4991-9962-F6D8E62AEB4D}"/>
                                            </p:graphic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5">
                                            <p:graphicEl>
                                              <a:dgm id="{0399C9F8-6B27-4D82-B8DF-B0F973705D50}"/>
                                            </p:graphicEl>
                                          </p:spTgt>
                                        </p:tgtEl>
                                        <p:attrNameLst>
                                          <p:attrName>style.visibility</p:attrName>
                                        </p:attrNameLst>
                                      </p:cBhvr>
                                      <p:to>
                                        <p:strVal val="visible"/>
                                      </p:to>
                                    </p:set>
                                    <p:animEffect transition="in" filter="fade">
                                      <p:cBhvr>
                                        <p:cTn id="56" dur="1000"/>
                                        <p:tgtEl>
                                          <p:spTgt spid="5">
                                            <p:graphicEl>
                                              <a:dgm id="{0399C9F8-6B27-4D82-B8DF-B0F973705D50}"/>
                                            </p:graphicEl>
                                          </p:spTgt>
                                        </p:tgtEl>
                                      </p:cBhvr>
                                    </p:animEffect>
                                    <p:anim calcmode="lin" valueType="num">
                                      <p:cBhvr>
                                        <p:cTn id="57" dur="1000" fill="hold"/>
                                        <p:tgtEl>
                                          <p:spTgt spid="5">
                                            <p:graphicEl>
                                              <a:dgm id="{0399C9F8-6B27-4D82-B8DF-B0F973705D50}"/>
                                            </p:graphicEl>
                                          </p:spTgt>
                                        </p:tgtEl>
                                        <p:attrNameLst>
                                          <p:attrName>ppt_x</p:attrName>
                                        </p:attrNameLst>
                                      </p:cBhvr>
                                      <p:tavLst>
                                        <p:tav tm="0">
                                          <p:val>
                                            <p:strVal val="#ppt_x"/>
                                          </p:val>
                                        </p:tav>
                                        <p:tav tm="100000">
                                          <p:val>
                                            <p:strVal val="#ppt_x"/>
                                          </p:val>
                                        </p:tav>
                                      </p:tavLst>
                                    </p:anim>
                                    <p:anim calcmode="lin" valueType="num">
                                      <p:cBhvr>
                                        <p:cTn id="58" dur="1000" fill="hold"/>
                                        <p:tgtEl>
                                          <p:spTgt spid="5">
                                            <p:graphicEl>
                                              <a:dgm id="{0399C9F8-6B27-4D82-B8DF-B0F973705D50}"/>
                                            </p:graphic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5">
                                            <p:graphicEl>
                                              <a:dgm id="{6006CD84-B7AD-4048-B602-AE35AE83B223}"/>
                                            </p:graphicEl>
                                          </p:spTgt>
                                        </p:tgtEl>
                                        <p:attrNameLst>
                                          <p:attrName>style.visibility</p:attrName>
                                        </p:attrNameLst>
                                      </p:cBhvr>
                                      <p:to>
                                        <p:strVal val="visible"/>
                                      </p:to>
                                    </p:set>
                                    <p:animEffect transition="in" filter="fade">
                                      <p:cBhvr>
                                        <p:cTn id="63" dur="1000"/>
                                        <p:tgtEl>
                                          <p:spTgt spid="5">
                                            <p:graphicEl>
                                              <a:dgm id="{6006CD84-B7AD-4048-B602-AE35AE83B223}"/>
                                            </p:graphicEl>
                                          </p:spTgt>
                                        </p:tgtEl>
                                      </p:cBhvr>
                                    </p:animEffect>
                                    <p:anim calcmode="lin" valueType="num">
                                      <p:cBhvr>
                                        <p:cTn id="64" dur="1000" fill="hold"/>
                                        <p:tgtEl>
                                          <p:spTgt spid="5">
                                            <p:graphicEl>
                                              <a:dgm id="{6006CD84-B7AD-4048-B602-AE35AE83B223}"/>
                                            </p:graphicEl>
                                          </p:spTgt>
                                        </p:tgtEl>
                                        <p:attrNameLst>
                                          <p:attrName>ppt_x</p:attrName>
                                        </p:attrNameLst>
                                      </p:cBhvr>
                                      <p:tavLst>
                                        <p:tav tm="0">
                                          <p:val>
                                            <p:strVal val="#ppt_x"/>
                                          </p:val>
                                        </p:tav>
                                        <p:tav tm="100000">
                                          <p:val>
                                            <p:strVal val="#ppt_x"/>
                                          </p:val>
                                        </p:tav>
                                      </p:tavLst>
                                    </p:anim>
                                    <p:anim calcmode="lin" valueType="num">
                                      <p:cBhvr>
                                        <p:cTn id="65" dur="1000" fill="hold"/>
                                        <p:tgtEl>
                                          <p:spTgt spid="5">
                                            <p:graphicEl>
                                              <a:dgm id="{6006CD84-B7AD-4048-B602-AE35AE83B223}"/>
                                            </p:graphic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5">
                                            <p:graphicEl>
                                              <a:dgm id="{651E2EFA-777E-47AC-BBC2-FE9EC94023DC}"/>
                                            </p:graphicEl>
                                          </p:spTgt>
                                        </p:tgtEl>
                                        <p:attrNameLst>
                                          <p:attrName>style.visibility</p:attrName>
                                        </p:attrNameLst>
                                      </p:cBhvr>
                                      <p:to>
                                        <p:strVal val="visible"/>
                                      </p:to>
                                    </p:set>
                                    <p:animEffect transition="in" filter="fade">
                                      <p:cBhvr>
                                        <p:cTn id="70" dur="1000"/>
                                        <p:tgtEl>
                                          <p:spTgt spid="5">
                                            <p:graphicEl>
                                              <a:dgm id="{651E2EFA-777E-47AC-BBC2-FE9EC94023DC}"/>
                                            </p:graphicEl>
                                          </p:spTgt>
                                        </p:tgtEl>
                                      </p:cBhvr>
                                    </p:animEffect>
                                    <p:anim calcmode="lin" valueType="num">
                                      <p:cBhvr>
                                        <p:cTn id="71" dur="1000" fill="hold"/>
                                        <p:tgtEl>
                                          <p:spTgt spid="5">
                                            <p:graphicEl>
                                              <a:dgm id="{651E2EFA-777E-47AC-BBC2-FE9EC94023DC}"/>
                                            </p:graphicEl>
                                          </p:spTgt>
                                        </p:tgtEl>
                                        <p:attrNameLst>
                                          <p:attrName>ppt_x</p:attrName>
                                        </p:attrNameLst>
                                      </p:cBhvr>
                                      <p:tavLst>
                                        <p:tav tm="0">
                                          <p:val>
                                            <p:strVal val="#ppt_x"/>
                                          </p:val>
                                        </p:tav>
                                        <p:tav tm="100000">
                                          <p:val>
                                            <p:strVal val="#ppt_x"/>
                                          </p:val>
                                        </p:tav>
                                      </p:tavLst>
                                    </p:anim>
                                    <p:anim calcmode="lin" valueType="num">
                                      <p:cBhvr>
                                        <p:cTn id="72" dur="1000" fill="hold"/>
                                        <p:tgtEl>
                                          <p:spTgt spid="5">
                                            <p:graphicEl>
                                              <a:dgm id="{651E2EFA-777E-47AC-BBC2-FE9EC94023DC}"/>
                                            </p:graphic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5">
                                            <p:graphicEl>
                                              <a:dgm id="{6D4A82FF-476D-4A56-AFC1-6434C6A74886}"/>
                                            </p:graphicEl>
                                          </p:spTgt>
                                        </p:tgtEl>
                                        <p:attrNameLst>
                                          <p:attrName>style.visibility</p:attrName>
                                        </p:attrNameLst>
                                      </p:cBhvr>
                                      <p:to>
                                        <p:strVal val="visible"/>
                                      </p:to>
                                    </p:set>
                                    <p:animEffect transition="in" filter="fade">
                                      <p:cBhvr>
                                        <p:cTn id="77" dur="1000"/>
                                        <p:tgtEl>
                                          <p:spTgt spid="5">
                                            <p:graphicEl>
                                              <a:dgm id="{6D4A82FF-476D-4A56-AFC1-6434C6A74886}"/>
                                            </p:graphicEl>
                                          </p:spTgt>
                                        </p:tgtEl>
                                      </p:cBhvr>
                                    </p:animEffect>
                                    <p:anim calcmode="lin" valueType="num">
                                      <p:cBhvr>
                                        <p:cTn id="78" dur="1000" fill="hold"/>
                                        <p:tgtEl>
                                          <p:spTgt spid="5">
                                            <p:graphicEl>
                                              <a:dgm id="{6D4A82FF-476D-4A56-AFC1-6434C6A74886}"/>
                                            </p:graphicEl>
                                          </p:spTgt>
                                        </p:tgtEl>
                                        <p:attrNameLst>
                                          <p:attrName>ppt_x</p:attrName>
                                        </p:attrNameLst>
                                      </p:cBhvr>
                                      <p:tavLst>
                                        <p:tav tm="0">
                                          <p:val>
                                            <p:strVal val="#ppt_x"/>
                                          </p:val>
                                        </p:tav>
                                        <p:tav tm="100000">
                                          <p:val>
                                            <p:strVal val="#ppt_x"/>
                                          </p:val>
                                        </p:tav>
                                      </p:tavLst>
                                    </p:anim>
                                    <p:anim calcmode="lin" valueType="num">
                                      <p:cBhvr>
                                        <p:cTn id="79" dur="1000" fill="hold"/>
                                        <p:tgtEl>
                                          <p:spTgt spid="5">
                                            <p:graphicEl>
                                              <a:dgm id="{6D4A82FF-476D-4A56-AFC1-6434C6A74886}"/>
                                            </p:graphic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5">
                                            <p:graphicEl>
                                              <a:dgm id="{E6196131-9E5A-47AF-BCA8-C4BB7D98EAC2}"/>
                                            </p:graphicEl>
                                          </p:spTgt>
                                        </p:tgtEl>
                                        <p:attrNameLst>
                                          <p:attrName>style.visibility</p:attrName>
                                        </p:attrNameLst>
                                      </p:cBhvr>
                                      <p:to>
                                        <p:strVal val="visible"/>
                                      </p:to>
                                    </p:set>
                                    <p:animEffect transition="in" filter="fade">
                                      <p:cBhvr>
                                        <p:cTn id="84" dur="1000"/>
                                        <p:tgtEl>
                                          <p:spTgt spid="5">
                                            <p:graphicEl>
                                              <a:dgm id="{E6196131-9E5A-47AF-BCA8-C4BB7D98EAC2}"/>
                                            </p:graphicEl>
                                          </p:spTgt>
                                        </p:tgtEl>
                                      </p:cBhvr>
                                    </p:animEffect>
                                    <p:anim calcmode="lin" valueType="num">
                                      <p:cBhvr>
                                        <p:cTn id="85" dur="1000" fill="hold"/>
                                        <p:tgtEl>
                                          <p:spTgt spid="5">
                                            <p:graphicEl>
                                              <a:dgm id="{E6196131-9E5A-47AF-BCA8-C4BB7D98EAC2}"/>
                                            </p:graphicEl>
                                          </p:spTgt>
                                        </p:tgtEl>
                                        <p:attrNameLst>
                                          <p:attrName>ppt_x</p:attrName>
                                        </p:attrNameLst>
                                      </p:cBhvr>
                                      <p:tavLst>
                                        <p:tav tm="0">
                                          <p:val>
                                            <p:strVal val="#ppt_x"/>
                                          </p:val>
                                        </p:tav>
                                        <p:tav tm="100000">
                                          <p:val>
                                            <p:strVal val="#ppt_x"/>
                                          </p:val>
                                        </p:tav>
                                      </p:tavLst>
                                    </p:anim>
                                    <p:anim calcmode="lin" valueType="num">
                                      <p:cBhvr>
                                        <p:cTn id="86" dur="1000" fill="hold"/>
                                        <p:tgtEl>
                                          <p:spTgt spid="5">
                                            <p:graphicEl>
                                              <a:dgm id="{E6196131-9E5A-47AF-BCA8-C4BB7D98EAC2}"/>
                                            </p:graphic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Sub>
          <a:bldDgm bld="one"/>
        </p:bldSub>
      </p:bldGraphic>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4BA35-F59E-392F-B8B4-68FD41244A01}"/>
              </a:ext>
            </a:extLst>
          </p:cNvPr>
          <p:cNvSpPr>
            <a:spLocks noGrp="1"/>
          </p:cNvSpPr>
          <p:nvPr>
            <p:ph type="title"/>
          </p:nvPr>
        </p:nvSpPr>
        <p:spPr/>
        <p:txBody>
          <a:bodyPr/>
          <a:lstStyle/>
          <a:p>
            <a:r>
              <a:rPr lang="en-US" b="1" dirty="0"/>
              <a:t>Agent selection strategy</a:t>
            </a:r>
            <a:br>
              <a:rPr lang="en-US" b="1" dirty="0"/>
            </a:br>
            <a:endParaRPr lang="en-US" dirty="0"/>
          </a:p>
        </p:txBody>
      </p:sp>
      <p:sp>
        <p:nvSpPr>
          <p:cNvPr id="9" name="Rectangle 3">
            <a:extLst>
              <a:ext uri="{FF2B5EF4-FFF2-40B4-BE49-F238E27FC236}">
                <a16:creationId xmlns:a16="http://schemas.microsoft.com/office/drawing/2014/main" id="{C2B9F54C-E350-D160-088F-04BA26DA065B}"/>
              </a:ext>
            </a:extLst>
          </p:cNvPr>
          <p:cNvSpPr>
            <a:spLocks noGrp="1" noChangeArrowheads="1"/>
          </p:cNvSpPr>
          <p:nvPr>
            <p:ph idx="1"/>
          </p:nvPr>
        </p:nvSpPr>
        <p:spPr bwMode="auto">
          <a:xfrm>
            <a:off x="1130270" y="2141678"/>
            <a:ext cx="11187165" cy="33547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Selection Strategy</a:t>
            </a:r>
            <a:r>
              <a:rPr kumimoji="0" lang="en-US"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Determines which agent responds in multi-turn conversations.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Defined via predefined classes or custom logic using </a:t>
            </a:r>
            <a:r>
              <a:rPr kumimoji="0" lang="en-US" altLang="en-US" sz="16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SelectionStrategy</a:t>
            </a:r>
            <a:r>
              <a:rPr kumimoji="0" lang="en-US"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Predefined Strategies</a:t>
            </a:r>
            <a:r>
              <a:rPr kumimoji="0" lang="en-US"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p>
          <a:p>
            <a:pPr marL="457200" lvl="1" indent="0" eaLnBrk="0" fontAlgn="base" hangingPunct="0">
              <a:lnSpc>
                <a:spcPct val="100000"/>
              </a:lnSpc>
              <a:spcBef>
                <a:spcPct val="0"/>
              </a:spcBef>
              <a:spcAft>
                <a:spcPct val="0"/>
              </a:spcAft>
              <a:buClrTx/>
              <a:buSzTx/>
              <a:buFontTx/>
              <a:buChar char="•"/>
            </a:pPr>
            <a:r>
              <a:rPr kumimoji="0" lang="en-US" altLang="en-US" sz="1400" b="1"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SequentialSelectionStrategy</a:t>
            </a:r>
            <a:r>
              <a:rPr kumimoji="0" lang="en-US" altLang="en-US" sz="1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Agents take turns based on the order they were added. You can set an initial agent.</a:t>
            </a:r>
          </a:p>
          <a:p>
            <a:pPr marL="457200" lvl="1" indent="0" eaLnBrk="0" fontAlgn="base" hangingPunct="0">
              <a:lnSpc>
                <a:spcPct val="100000"/>
              </a:lnSpc>
              <a:spcBef>
                <a:spcPct val="0"/>
              </a:spcBef>
              <a:spcAft>
                <a:spcPct val="0"/>
              </a:spcAft>
              <a:buClrTx/>
              <a:buSzTx/>
              <a:buFontTx/>
              <a:buChar char="•"/>
            </a:pPr>
            <a:endParaRPr kumimoji="0" lang="en-US" altLang="en-US" sz="14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457200" lvl="1" indent="0" eaLnBrk="0" fontAlgn="base" hangingPunct="0">
              <a:lnSpc>
                <a:spcPct val="100000"/>
              </a:lnSpc>
              <a:spcBef>
                <a:spcPct val="0"/>
              </a:spcBef>
              <a:spcAft>
                <a:spcPct val="0"/>
              </a:spcAft>
              <a:buClrTx/>
              <a:buSzTx/>
              <a:buFontTx/>
              <a:buChar char="•"/>
            </a:pPr>
            <a:r>
              <a:rPr kumimoji="0" lang="en-US" altLang="en-US" sz="1400" b="1"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KernelFunctionSelectionStrategy</a:t>
            </a:r>
            <a:r>
              <a:rPr kumimoji="0" lang="en-US" altLang="en-US" sz="1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Uses a prompt-based function to decide agent turns dynamically based on conversation history.</a:t>
            </a:r>
          </a:p>
          <a:p>
            <a:pPr marL="457200" lvl="1" indent="0" eaLnBrk="0" fontAlgn="base" hangingPunct="0">
              <a:lnSpc>
                <a:spcPct val="100000"/>
              </a:lnSpc>
              <a:spcBef>
                <a:spcPct val="0"/>
              </a:spcBef>
              <a:spcAft>
                <a:spcPct val="0"/>
              </a:spcAft>
              <a:buClrTx/>
              <a:buSzTx/>
              <a:buFontTx/>
              <a:buChar char="•"/>
            </a:pPr>
            <a:endParaRPr kumimoji="0" lang="en-US" altLang="en-US" sz="14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Custom Strategy</a:t>
            </a:r>
            <a:r>
              <a:rPr kumimoji="0" lang="en-US"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p>
          <a:p>
            <a:pPr marL="457200" lvl="1" indent="0" eaLnBrk="0" fontAlgn="base" hangingPunct="0">
              <a:lnSpc>
                <a:spcPct val="100000"/>
              </a:lnSpc>
              <a:spcBef>
                <a:spcPct val="0"/>
              </a:spcBef>
              <a:spcAft>
                <a:spcPct val="0"/>
              </a:spcAft>
              <a:buClrTx/>
              <a:buSzTx/>
              <a:buFontTx/>
              <a:buChar char="•"/>
            </a:pPr>
            <a:r>
              <a:rPr kumimoji="0" lang="en-US" altLang="en-US" sz="1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Extend </a:t>
            </a:r>
            <a:r>
              <a:rPr kumimoji="0" lang="en-US" altLang="en-US" sz="14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SelectionStrategy</a:t>
            </a:r>
            <a:r>
              <a:rPr kumimoji="0" lang="en-US" altLang="en-US" sz="1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and override </a:t>
            </a:r>
            <a:r>
              <a:rPr kumimoji="0" lang="en-US" altLang="en-US" sz="14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select_agent</a:t>
            </a:r>
            <a:r>
              <a:rPr kumimoji="0" lang="en-US" altLang="en-US" sz="1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to implement custom logic.</a:t>
            </a:r>
          </a:p>
          <a:p>
            <a:pPr marL="457200" lvl="1" indent="0" eaLnBrk="0" fontAlgn="base" hangingPunct="0">
              <a:lnSpc>
                <a:spcPct val="100000"/>
              </a:lnSpc>
              <a:spcBef>
                <a:spcPct val="0"/>
              </a:spcBef>
              <a:spcAft>
                <a:spcPct val="0"/>
              </a:spcAft>
              <a:buClrTx/>
              <a:buSzTx/>
              <a:buFontTx/>
              <a:buChar char="•"/>
            </a:pPr>
            <a:endParaRPr kumimoji="0" lang="en-US" altLang="en-US" sz="14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Usage</a:t>
            </a:r>
            <a:r>
              <a:rPr kumimoji="0" lang="en-US"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p>
          <a:p>
            <a:pPr marL="457200" lvl="1" indent="0" eaLnBrk="0" fontAlgn="base" hangingPunct="0">
              <a:lnSpc>
                <a:spcPct val="100000"/>
              </a:lnSpc>
              <a:spcBef>
                <a:spcPct val="0"/>
              </a:spcBef>
              <a:spcAft>
                <a:spcPct val="0"/>
              </a:spcAft>
              <a:buClrTx/>
              <a:buSzTx/>
              <a:buFontTx/>
              <a:buChar char="•"/>
            </a:pPr>
            <a:r>
              <a:rPr kumimoji="0" lang="en-US" altLang="en-US" sz="1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Assign your strategy to the </a:t>
            </a:r>
            <a:r>
              <a:rPr kumimoji="0" lang="en-US" altLang="en-US" sz="14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selection_strategy</a:t>
            </a:r>
            <a:r>
              <a:rPr kumimoji="0" lang="en-US" altLang="en-US" sz="1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parameter when creating the </a:t>
            </a:r>
            <a:r>
              <a:rPr kumimoji="0" lang="en-US" altLang="en-US" sz="14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AgentGroupChat</a:t>
            </a:r>
            <a:r>
              <a:rPr kumimoji="0" lang="en-US" altLang="en-US" sz="1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object.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9626649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B3E35-3EF2-D112-F506-AB622676B2F1}"/>
              </a:ext>
            </a:extLst>
          </p:cNvPr>
          <p:cNvSpPr>
            <a:spLocks noGrp="1"/>
          </p:cNvSpPr>
          <p:nvPr>
            <p:ph type="title"/>
          </p:nvPr>
        </p:nvSpPr>
        <p:spPr/>
        <p:txBody>
          <a:bodyPr/>
          <a:lstStyle/>
          <a:p>
            <a:r>
              <a:rPr lang="en-US" b="1" dirty="0"/>
              <a:t>Chat Termination Strategy</a:t>
            </a:r>
          </a:p>
        </p:txBody>
      </p:sp>
      <p:sp>
        <p:nvSpPr>
          <p:cNvPr id="3" name="Content Placeholder 2">
            <a:extLst>
              <a:ext uri="{FF2B5EF4-FFF2-40B4-BE49-F238E27FC236}">
                <a16:creationId xmlns:a16="http://schemas.microsoft.com/office/drawing/2014/main" id="{94E18813-8D41-A23C-38CD-021480053101}"/>
              </a:ext>
            </a:extLst>
          </p:cNvPr>
          <p:cNvSpPr>
            <a:spLocks noGrp="1"/>
          </p:cNvSpPr>
          <p:nvPr>
            <p:ph idx="1"/>
          </p:nvPr>
        </p:nvSpPr>
        <p:spPr/>
        <p:txBody>
          <a:bodyPr/>
          <a:lstStyle/>
          <a:p>
            <a:r>
              <a:rPr lang="en-US" b="1" dirty="0"/>
              <a:t>Purpose</a:t>
            </a:r>
            <a:r>
              <a:rPr lang="en-US" dirty="0"/>
              <a:t>: Ends multi-turn conversations gracefully to save resources and improve UX.</a:t>
            </a:r>
          </a:p>
          <a:p>
            <a:r>
              <a:rPr lang="en-US" b="1" dirty="0"/>
              <a:t>Why use it?</a:t>
            </a:r>
          </a:p>
          <a:p>
            <a:pPr lvl="1"/>
            <a:r>
              <a:rPr lang="en-US" b="1" dirty="0"/>
              <a:t>Efficiency</a:t>
            </a:r>
            <a:r>
              <a:rPr lang="en-US" dirty="0"/>
              <a:t>: Avoids infinite loops and reduces computation.</a:t>
            </a:r>
          </a:p>
          <a:p>
            <a:pPr lvl="1"/>
            <a:r>
              <a:rPr lang="en-US" b="1" dirty="0"/>
              <a:t>User satisfaction</a:t>
            </a:r>
            <a:r>
              <a:rPr lang="en-US" dirty="0"/>
              <a:t>: Prevents overly long or repetitive chats.</a:t>
            </a:r>
          </a:p>
          <a:p>
            <a:pPr lvl="1"/>
            <a:r>
              <a:rPr lang="en-US" b="1" dirty="0"/>
              <a:t>Goal completion</a:t>
            </a:r>
            <a:r>
              <a:rPr lang="en-US" dirty="0"/>
              <a:t>: Ends chat once the task is achieved.</a:t>
            </a:r>
          </a:p>
          <a:p>
            <a:endParaRPr lang="en-US" dirty="0"/>
          </a:p>
        </p:txBody>
      </p:sp>
    </p:spTree>
    <p:extLst>
      <p:ext uri="{BB962C8B-B14F-4D97-AF65-F5344CB8AC3E}">
        <p14:creationId xmlns:p14="http://schemas.microsoft.com/office/powerpoint/2010/main" val="338059292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2E07E-1F5E-34BE-C0D5-2AF5934D9D09}"/>
              </a:ext>
            </a:extLst>
          </p:cNvPr>
          <p:cNvSpPr>
            <a:spLocks noGrp="1"/>
          </p:cNvSpPr>
          <p:nvPr>
            <p:ph type="title"/>
          </p:nvPr>
        </p:nvSpPr>
        <p:spPr/>
        <p:txBody>
          <a:bodyPr/>
          <a:lstStyle/>
          <a:p>
            <a:r>
              <a:rPr lang="en-US" b="1" dirty="0"/>
              <a:t>Types of Termination Strategies</a:t>
            </a:r>
          </a:p>
        </p:txBody>
      </p:sp>
      <p:sp>
        <p:nvSpPr>
          <p:cNvPr id="6" name="Arrow: Chevron 5">
            <a:extLst>
              <a:ext uri="{FF2B5EF4-FFF2-40B4-BE49-F238E27FC236}">
                <a16:creationId xmlns:a16="http://schemas.microsoft.com/office/drawing/2014/main" id="{CD684BDB-3CDB-9EE4-814D-F5F08A25FD88}"/>
              </a:ext>
            </a:extLst>
          </p:cNvPr>
          <p:cNvSpPr/>
          <p:nvPr/>
        </p:nvSpPr>
        <p:spPr>
          <a:xfrm rot="5400000">
            <a:off x="1827516" y="3022062"/>
            <a:ext cx="555811" cy="1330702"/>
          </a:xfrm>
          <a:prstGeom prst="chevron">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Arrow: Chevron 6">
            <a:extLst>
              <a:ext uri="{FF2B5EF4-FFF2-40B4-BE49-F238E27FC236}">
                <a16:creationId xmlns:a16="http://schemas.microsoft.com/office/drawing/2014/main" id="{C7C6AF5E-6BD2-E2B1-0796-C3E8AC125630}"/>
              </a:ext>
            </a:extLst>
          </p:cNvPr>
          <p:cNvSpPr/>
          <p:nvPr/>
        </p:nvSpPr>
        <p:spPr>
          <a:xfrm rot="5400000">
            <a:off x="5654001" y="3061048"/>
            <a:ext cx="555811" cy="1330702"/>
          </a:xfrm>
          <a:prstGeom prst="chevron">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Arrow: Chevron 7">
            <a:extLst>
              <a:ext uri="{FF2B5EF4-FFF2-40B4-BE49-F238E27FC236}">
                <a16:creationId xmlns:a16="http://schemas.microsoft.com/office/drawing/2014/main" id="{462CDD21-8A96-A7B6-A157-4B0E570F1947}"/>
              </a:ext>
            </a:extLst>
          </p:cNvPr>
          <p:cNvSpPr/>
          <p:nvPr/>
        </p:nvSpPr>
        <p:spPr>
          <a:xfrm rot="5400000">
            <a:off x="9808673" y="3061048"/>
            <a:ext cx="555811" cy="1330702"/>
          </a:xfrm>
          <a:prstGeom prst="chevron">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TextBox 9">
            <a:extLst>
              <a:ext uri="{FF2B5EF4-FFF2-40B4-BE49-F238E27FC236}">
                <a16:creationId xmlns:a16="http://schemas.microsoft.com/office/drawing/2014/main" id="{568A6ACE-01AD-E6CA-AD84-CDB58E4C4563}"/>
              </a:ext>
            </a:extLst>
          </p:cNvPr>
          <p:cNvSpPr txBox="1"/>
          <p:nvPr/>
        </p:nvSpPr>
        <p:spPr>
          <a:xfrm>
            <a:off x="1006844" y="2758198"/>
            <a:ext cx="2458570" cy="646331"/>
          </a:xfrm>
          <a:prstGeom prst="rect">
            <a:avLst/>
          </a:prstGeom>
          <a:noFill/>
        </p:spPr>
        <p:txBody>
          <a:bodyPr wrap="square">
            <a:spAutoFit/>
          </a:bodyPr>
          <a:lstStyle/>
          <a:p>
            <a:pPr algn="ct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Default Termination</a:t>
            </a:r>
          </a:p>
          <a:p>
            <a:pPr algn="ct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Strategy</a:t>
            </a:r>
            <a:endParaRPr lang="en-US" dirty="0"/>
          </a:p>
        </p:txBody>
      </p:sp>
      <p:sp>
        <p:nvSpPr>
          <p:cNvPr id="12" name="TextBox 11">
            <a:extLst>
              <a:ext uri="{FF2B5EF4-FFF2-40B4-BE49-F238E27FC236}">
                <a16:creationId xmlns:a16="http://schemas.microsoft.com/office/drawing/2014/main" id="{25D2957F-8D9F-6C3F-572E-B46EEAA61CF1}"/>
              </a:ext>
            </a:extLst>
          </p:cNvPr>
          <p:cNvSpPr txBox="1"/>
          <p:nvPr/>
        </p:nvSpPr>
        <p:spPr>
          <a:xfrm>
            <a:off x="1025174" y="4160168"/>
            <a:ext cx="2160493" cy="830997"/>
          </a:xfrm>
          <a:prstGeom prst="rect">
            <a:avLst/>
          </a:prstGeom>
          <a:noFill/>
        </p:spPr>
        <p:txBody>
          <a:bodyPr wrap="square">
            <a:spAutoFit/>
          </a:bodyPr>
          <a:lstStyle/>
          <a:p>
            <a:pPr algn="ctr"/>
            <a:r>
              <a:rPr kumimoji="0" lang="en-US"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Ends chat after a set </a:t>
            </a:r>
          </a:p>
          <a:p>
            <a:pPr algn="ctr"/>
            <a:r>
              <a:rPr kumimoji="0" lang="en-US"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number of iterations </a:t>
            </a:r>
          </a:p>
          <a:p>
            <a:pPr algn="ctr"/>
            <a:r>
              <a:rPr kumimoji="0" lang="en-US"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(default: 99)</a:t>
            </a:r>
            <a:endParaRPr lang="en-US" sz="1600" dirty="0"/>
          </a:p>
        </p:txBody>
      </p:sp>
      <p:sp>
        <p:nvSpPr>
          <p:cNvPr id="14" name="TextBox 13">
            <a:extLst>
              <a:ext uri="{FF2B5EF4-FFF2-40B4-BE49-F238E27FC236}">
                <a16:creationId xmlns:a16="http://schemas.microsoft.com/office/drawing/2014/main" id="{14C616AF-5364-9FD8-A174-637485CEC156}"/>
              </a:ext>
            </a:extLst>
          </p:cNvPr>
          <p:cNvSpPr txBox="1"/>
          <p:nvPr/>
        </p:nvSpPr>
        <p:spPr>
          <a:xfrm>
            <a:off x="4409883" y="2601716"/>
            <a:ext cx="3181310" cy="646331"/>
          </a:xfrm>
          <a:prstGeom prst="rect">
            <a:avLst/>
          </a:prstGeom>
          <a:noFill/>
        </p:spPr>
        <p:txBody>
          <a:bodyPr wrap="square">
            <a:spAutoFit/>
          </a:bodyPr>
          <a:lstStyle/>
          <a:p>
            <a:pPr algn="ct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Kernel Function Termination Strategy</a:t>
            </a:r>
            <a:endParaRPr lang="en-US" dirty="0"/>
          </a:p>
        </p:txBody>
      </p:sp>
      <p:sp>
        <p:nvSpPr>
          <p:cNvPr id="16" name="TextBox 15">
            <a:extLst>
              <a:ext uri="{FF2B5EF4-FFF2-40B4-BE49-F238E27FC236}">
                <a16:creationId xmlns:a16="http://schemas.microsoft.com/office/drawing/2014/main" id="{7EFC34BE-3E30-0FCC-72F3-C6EDA9E96782}"/>
              </a:ext>
            </a:extLst>
          </p:cNvPr>
          <p:cNvSpPr txBox="1"/>
          <p:nvPr/>
        </p:nvSpPr>
        <p:spPr>
          <a:xfrm>
            <a:off x="4192753" y="4139320"/>
            <a:ext cx="3478306" cy="584775"/>
          </a:xfrm>
          <a:prstGeom prst="rect">
            <a:avLst/>
          </a:prstGeom>
          <a:noFill/>
        </p:spPr>
        <p:txBody>
          <a:bodyPr wrap="square">
            <a:spAutoFit/>
          </a:bodyPr>
          <a:lstStyle/>
          <a:p>
            <a:pPr algn="ctr"/>
            <a:r>
              <a:rPr kumimoji="0" lang="en-US"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Uses a prompt + </a:t>
            </a:r>
            <a:r>
              <a:rPr kumimoji="0" lang="en-US" altLang="en-US" sz="16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result_parser</a:t>
            </a:r>
            <a:r>
              <a:rPr kumimoji="0" lang="en-US"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function to decide when to stop</a:t>
            </a:r>
            <a:endParaRPr lang="en-US" sz="1600" dirty="0"/>
          </a:p>
        </p:txBody>
      </p:sp>
      <p:sp>
        <p:nvSpPr>
          <p:cNvPr id="18" name="TextBox 17">
            <a:extLst>
              <a:ext uri="{FF2B5EF4-FFF2-40B4-BE49-F238E27FC236}">
                <a16:creationId xmlns:a16="http://schemas.microsoft.com/office/drawing/2014/main" id="{3C829AC7-AFB9-052E-CC1C-B68938C7FEDC}"/>
              </a:ext>
            </a:extLst>
          </p:cNvPr>
          <p:cNvSpPr txBox="1"/>
          <p:nvPr/>
        </p:nvSpPr>
        <p:spPr>
          <a:xfrm>
            <a:off x="9033692" y="2878715"/>
            <a:ext cx="2105772"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Custom Strategy</a:t>
            </a:r>
          </a:p>
        </p:txBody>
      </p:sp>
      <p:sp>
        <p:nvSpPr>
          <p:cNvPr id="20" name="TextBox 19">
            <a:extLst>
              <a:ext uri="{FF2B5EF4-FFF2-40B4-BE49-F238E27FC236}">
                <a16:creationId xmlns:a16="http://schemas.microsoft.com/office/drawing/2014/main" id="{B54AC85F-2E57-705F-ECEB-4000922C83DD}"/>
              </a:ext>
            </a:extLst>
          </p:cNvPr>
          <p:cNvSpPr txBox="1"/>
          <p:nvPr/>
        </p:nvSpPr>
        <p:spPr>
          <a:xfrm>
            <a:off x="8136754" y="4154331"/>
            <a:ext cx="3899648" cy="738664"/>
          </a:xfrm>
          <a:prstGeom prst="rect">
            <a:avLst/>
          </a:prstGeom>
          <a:noFill/>
        </p:spPr>
        <p:txBody>
          <a:bodyPr wrap="square">
            <a:spAutoFit/>
          </a:bodyPr>
          <a:lstStyle/>
          <a:p>
            <a:pPr marL="457200" lvl="1" indent="0" algn="ctr" eaLnBrk="0" fontAlgn="base" hangingPunct="0">
              <a:lnSpc>
                <a:spcPct val="100000"/>
              </a:lnSpc>
              <a:spcBef>
                <a:spcPct val="0"/>
              </a:spcBef>
              <a:spcAft>
                <a:spcPct val="0"/>
              </a:spcAft>
              <a:buClrTx/>
              <a:buSzTx/>
              <a:buNone/>
            </a:pPr>
            <a:r>
              <a:rPr kumimoji="0" lang="en-US" altLang="en-US" sz="1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Extend </a:t>
            </a:r>
            <a:r>
              <a:rPr kumimoji="0" lang="en-US" altLang="en-US" sz="14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TerminationStrategy</a:t>
            </a:r>
            <a:r>
              <a:rPr kumimoji="0" lang="en-US" altLang="en-US" sz="1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and override </a:t>
            </a:r>
            <a:r>
              <a:rPr kumimoji="0" lang="en-US" altLang="en-US" sz="14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should_agent_terminate</a:t>
            </a:r>
            <a:r>
              <a:rPr kumimoji="0" lang="en-US" altLang="en-US" sz="1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to define custom logic.</a:t>
            </a:r>
          </a:p>
        </p:txBody>
      </p:sp>
    </p:spTree>
    <p:extLst>
      <p:ext uri="{BB962C8B-B14F-4D97-AF65-F5344CB8AC3E}">
        <p14:creationId xmlns:p14="http://schemas.microsoft.com/office/powerpoint/2010/main" val="1007044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inVertic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1000"/>
                                        <p:tgtEl>
                                          <p:spTgt spid="12"/>
                                        </p:tgtEl>
                                      </p:cBhvr>
                                    </p:animEffect>
                                    <p:anim calcmode="lin" valueType="num">
                                      <p:cBhvr>
                                        <p:cTn id="18" dur="1000" fill="hold"/>
                                        <p:tgtEl>
                                          <p:spTgt spid="12"/>
                                        </p:tgtEl>
                                        <p:attrNameLst>
                                          <p:attrName>ppt_x</p:attrName>
                                        </p:attrNameLst>
                                      </p:cBhvr>
                                      <p:tavLst>
                                        <p:tav tm="0">
                                          <p:val>
                                            <p:strVal val="#ppt_x"/>
                                          </p:val>
                                        </p:tav>
                                        <p:tav tm="100000">
                                          <p:val>
                                            <p:strVal val="#ppt_x"/>
                                          </p:val>
                                        </p:tav>
                                      </p:tavLst>
                                    </p:anim>
                                    <p:anim calcmode="lin" valueType="num">
                                      <p:cBhvr>
                                        <p:cTn id="1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grpId="0"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barn(inVertical)">
                                      <p:cBhvr>
                                        <p:cTn id="24" dur="500"/>
                                        <p:tgtEl>
                                          <p:spTgt spid="14"/>
                                        </p:tgtEl>
                                      </p:cBhvr>
                                    </p:animEffect>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1000"/>
                                        <p:tgtEl>
                                          <p:spTgt spid="7"/>
                                        </p:tgtEl>
                                      </p:cBhvr>
                                    </p:animEffect>
                                    <p:anim calcmode="lin" valueType="num">
                                      <p:cBhvr>
                                        <p:cTn id="30" dur="1000" fill="hold"/>
                                        <p:tgtEl>
                                          <p:spTgt spid="7"/>
                                        </p:tgtEl>
                                        <p:attrNameLst>
                                          <p:attrName>ppt_x</p:attrName>
                                        </p:attrNameLst>
                                      </p:cBhvr>
                                      <p:tavLst>
                                        <p:tav tm="0">
                                          <p:val>
                                            <p:strVal val="#ppt_x"/>
                                          </p:val>
                                        </p:tav>
                                        <p:tav tm="100000">
                                          <p:val>
                                            <p:strVal val="#ppt_x"/>
                                          </p:val>
                                        </p:tav>
                                      </p:tavLst>
                                    </p:anim>
                                    <p:anim calcmode="lin" valueType="num">
                                      <p:cBhvr>
                                        <p:cTn id="31" dur="1000" fill="hold"/>
                                        <p:tgtEl>
                                          <p:spTgt spid="7"/>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1000"/>
                                        <p:tgtEl>
                                          <p:spTgt spid="16"/>
                                        </p:tgtEl>
                                      </p:cBhvr>
                                    </p:animEffect>
                                    <p:anim calcmode="lin" valueType="num">
                                      <p:cBhvr>
                                        <p:cTn id="35" dur="1000" fill="hold"/>
                                        <p:tgtEl>
                                          <p:spTgt spid="16"/>
                                        </p:tgtEl>
                                        <p:attrNameLst>
                                          <p:attrName>ppt_x</p:attrName>
                                        </p:attrNameLst>
                                      </p:cBhvr>
                                      <p:tavLst>
                                        <p:tav tm="0">
                                          <p:val>
                                            <p:strVal val="#ppt_x"/>
                                          </p:val>
                                        </p:tav>
                                        <p:tav tm="100000">
                                          <p:val>
                                            <p:strVal val="#ppt_x"/>
                                          </p:val>
                                        </p:tav>
                                      </p:tavLst>
                                    </p:anim>
                                    <p:anim calcmode="lin" valueType="num">
                                      <p:cBhvr>
                                        <p:cTn id="36"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16" presetClass="entr" presetSubtype="21" fill="hold" grpId="0" nodeType="click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barn(inVertical)">
                                      <p:cBhvr>
                                        <p:cTn id="41" dur="500"/>
                                        <p:tgtEl>
                                          <p:spTgt spid="18"/>
                                        </p:tgtEl>
                                      </p:cBhvr>
                                    </p:animEffect>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grpId="0" nodeType="click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1000"/>
                                        <p:tgtEl>
                                          <p:spTgt spid="20"/>
                                        </p:tgtEl>
                                      </p:cBhvr>
                                    </p:animEffect>
                                    <p:anim calcmode="lin" valueType="num">
                                      <p:cBhvr>
                                        <p:cTn id="47" dur="1000" fill="hold"/>
                                        <p:tgtEl>
                                          <p:spTgt spid="20"/>
                                        </p:tgtEl>
                                        <p:attrNameLst>
                                          <p:attrName>ppt_x</p:attrName>
                                        </p:attrNameLst>
                                      </p:cBhvr>
                                      <p:tavLst>
                                        <p:tav tm="0">
                                          <p:val>
                                            <p:strVal val="#ppt_x"/>
                                          </p:val>
                                        </p:tav>
                                        <p:tav tm="100000">
                                          <p:val>
                                            <p:strVal val="#ppt_x"/>
                                          </p:val>
                                        </p:tav>
                                      </p:tavLst>
                                    </p:anim>
                                    <p:anim calcmode="lin" valueType="num">
                                      <p:cBhvr>
                                        <p:cTn id="48" dur="1000" fill="hold"/>
                                        <p:tgtEl>
                                          <p:spTgt spid="20"/>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8"/>
                                        </p:tgtEl>
                                        <p:attrNameLst>
                                          <p:attrName>style.visibility</p:attrName>
                                        </p:attrNameLst>
                                      </p:cBhvr>
                                      <p:to>
                                        <p:strVal val="visible"/>
                                      </p:to>
                                    </p:set>
                                    <p:animEffect transition="in" filter="fade">
                                      <p:cBhvr>
                                        <p:cTn id="51" dur="1000"/>
                                        <p:tgtEl>
                                          <p:spTgt spid="8"/>
                                        </p:tgtEl>
                                      </p:cBhvr>
                                    </p:animEffect>
                                    <p:anim calcmode="lin" valueType="num">
                                      <p:cBhvr>
                                        <p:cTn id="52" dur="1000" fill="hold"/>
                                        <p:tgtEl>
                                          <p:spTgt spid="8"/>
                                        </p:tgtEl>
                                        <p:attrNameLst>
                                          <p:attrName>ppt_x</p:attrName>
                                        </p:attrNameLst>
                                      </p:cBhvr>
                                      <p:tavLst>
                                        <p:tav tm="0">
                                          <p:val>
                                            <p:strVal val="#ppt_x"/>
                                          </p:val>
                                        </p:tav>
                                        <p:tav tm="100000">
                                          <p:val>
                                            <p:strVal val="#ppt_x"/>
                                          </p:val>
                                        </p:tav>
                                      </p:tavLst>
                                    </p:anim>
                                    <p:anim calcmode="lin" valueType="num">
                                      <p:cBhvr>
                                        <p:cTn id="5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0" grpId="0"/>
      <p:bldP spid="12" grpId="0"/>
      <p:bldP spid="14" grpId="0"/>
      <p:bldP spid="16" grpId="0"/>
      <p:bldP spid="18" grpId="0"/>
      <p:bldP spid="20"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A3E24C-74FB-AE7E-322D-335910E27BD0}"/>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CF5A7F6B-CCD7-A82F-A1B0-0DC89BEB6003}"/>
              </a:ext>
            </a:extLst>
          </p:cNvPr>
          <p:cNvSpPr/>
          <p:nvPr/>
        </p:nvSpPr>
        <p:spPr>
          <a:xfrm>
            <a:off x="421340" y="2160492"/>
            <a:ext cx="1174378" cy="2241177"/>
          </a:xfrm>
          <a:prstGeom prst="rect">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DevOps Bug Log Files</a:t>
            </a:r>
          </a:p>
        </p:txBody>
      </p:sp>
      <p:sp>
        <p:nvSpPr>
          <p:cNvPr id="17" name="Flowchart: Document 16">
            <a:extLst>
              <a:ext uri="{FF2B5EF4-FFF2-40B4-BE49-F238E27FC236}">
                <a16:creationId xmlns:a16="http://schemas.microsoft.com/office/drawing/2014/main" id="{A54926C6-EC11-5DD0-D9B0-F3394015C7F8}"/>
              </a:ext>
            </a:extLst>
          </p:cNvPr>
          <p:cNvSpPr/>
          <p:nvPr/>
        </p:nvSpPr>
        <p:spPr>
          <a:xfrm>
            <a:off x="4249270" y="1840004"/>
            <a:ext cx="1416424" cy="851648"/>
          </a:xfrm>
          <a:prstGeom prst="flowChartDocument">
            <a:avLst/>
          </a:prstGeom>
          <a:solidFill>
            <a:schemeClr val="accent6">
              <a:lumMod val="50000"/>
            </a:schemeClr>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Incident Manager</a:t>
            </a:r>
          </a:p>
        </p:txBody>
      </p:sp>
      <p:sp>
        <p:nvSpPr>
          <p:cNvPr id="19" name="Flowchart: Document 18">
            <a:extLst>
              <a:ext uri="{FF2B5EF4-FFF2-40B4-BE49-F238E27FC236}">
                <a16:creationId xmlns:a16="http://schemas.microsoft.com/office/drawing/2014/main" id="{D62625DC-5D20-7A68-84EB-07F014DAA8E4}"/>
              </a:ext>
            </a:extLst>
          </p:cNvPr>
          <p:cNvSpPr/>
          <p:nvPr/>
        </p:nvSpPr>
        <p:spPr>
          <a:xfrm>
            <a:off x="4249270" y="3841375"/>
            <a:ext cx="1416424" cy="851648"/>
          </a:xfrm>
          <a:prstGeom prst="flowChartDocumen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DevOps Assistant</a:t>
            </a:r>
          </a:p>
        </p:txBody>
      </p:sp>
      <p:cxnSp>
        <p:nvCxnSpPr>
          <p:cNvPr id="24" name="Connector: Curved 23">
            <a:extLst>
              <a:ext uri="{FF2B5EF4-FFF2-40B4-BE49-F238E27FC236}">
                <a16:creationId xmlns:a16="http://schemas.microsoft.com/office/drawing/2014/main" id="{4397D399-CFD1-825A-5812-0026386692B0}"/>
              </a:ext>
            </a:extLst>
          </p:cNvPr>
          <p:cNvCxnSpPr>
            <a:cxnSpLocks/>
            <a:stCxn id="15" idx="3"/>
            <a:endCxn id="17" idx="1"/>
          </p:cNvCxnSpPr>
          <p:nvPr/>
        </p:nvCxnSpPr>
        <p:spPr>
          <a:xfrm flipV="1">
            <a:off x="1595718" y="2265828"/>
            <a:ext cx="2653552" cy="1015253"/>
          </a:xfrm>
          <a:prstGeom prst="curved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Connector: Curved 25">
            <a:extLst>
              <a:ext uri="{FF2B5EF4-FFF2-40B4-BE49-F238E27FC236}">
                <a16:creationId xmlns:a16="http://schemas.microsoft.com/office/drawing/2014/main" id="{6E0FB997-BCA4-FD0E-3FF6-CD029A16DC27}"/>
              </a:ext>
            </a:extLst>
          </p:cNvPr>
          <p:cNvCxnSpPr>
            <a:cxnSpLocks/>
            <a:stCxn id="15" idx="3"/>
            <a:endCxn id="19" idx="1"/>
          </p:cNvCxnSpPr>
          <p:nvPr/>
        </p:nvCxnSpPr>
        <p:spPr>
          <a:xfrm>
            <a:off x="1595718" y="3281081"/>
            <a:ext cx="2653552" cy="986118"/>
          </a:xfrm>
          <a:prstGeom prst="curved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Rectangle: Rounded Corners 9">
            <a:extLst>
              <a:ext uri="{FF2B5EF4-FFF2-40B4-BE49-F238E27FC236}">
                <a16:creationId xmlns:a16="http://schemas.microsoft.com/office/drawing/2014/main" id="{22E16D67-92C8-FF48-8118-BEE7783C0BC5}"/>
              </a:ext>
            </a:extLst>
          </p:cNvPr>
          <p:cNvSpPr/>
          <p:nvPr/>
        </p:nvSpPr>
        <p:spPr>
          <a:xfrm>
            <a:off x="5262282" y="786654"/>
            <a:ext cx="2187388" cy="304800"/>
          </a:xfrm>
          <a:prstGeom prst="roundRect">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Service Name</a:t>
            </a:r>
          </a:p>
        </p:txBody>
      </p:sp>
      <p:sp>
        <p:nvSpPr>
          <p:cNvPr id="11" name="Rectangle: Rounded Corners 10">
            <a:extLst>
              <a:ext uri="{FF2B5EF4-FFF2-40B4-BE49-F238E27FC236}">
                <a16:creationId xmlns:a16="http://schemas.microsoft.com/office/drawing/2014/main" id="{BC98E82D-5463-7BC3-5C3C-5DEA27FD5AFE}"/>
              </a:ext>
            </a:extLst>
          </p:cNvPr>
          <p:cNvSpPr/>
          <p:nvPr/>
        </p:nvSpPr>
        <p:spPr>
          <a:xfrm>
            <a:off x="5262282" y="1247211"/>
            <a:ext cx="2187388" cy="304800"/>
          </a:xfrm>
          <a:prstGeom prst="roundRect">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Resource Name</a:t>
            </a:r>
          </a:p>
        </p:txBody>
      </p:sp>
      <p:sp>
        <p:nvSpPr>
          <p:cNvPr id="12" name="Rectangle: Rounded Corners 11">
            <a:extLst>
              <a:ext uri="{FF2B5EF4-FFF2-40B4-BE49-F238E27FC236}">
                <a16:creationId xmlns:a16="http://schemas.microsoft.com/office/drawing/2014/main" id="{D2D8E848-9C5E-7300-7388-E43920120AB7}"/>
              </a:ext>
            </a:extLst>
          </p:cNvPr>
          <p:cNvSpPr/>
          <p:nvPr/>
        </p:nvSpPr>
        <p:spPr>
          <a:xfrm>
            <a:off x="3908612" y="4852149"/>
            <a:ext cx="2187388" cy="30480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Function Response</a:t>
            </a:r>
          </a:p>
        </p:txBody>
      </p:sp>
      <p:sp>
        <p:nvSpPr>
          <p:cNvPr id="16" name="Arrow: Chevron 15">
            <a:extLst>
              <a:ext uri="{FF2B5EF4-FFF2-40B4-BE49-F238E27FC236}">
                <a16:creationId xmlns:a16="http://schemas.microsoft.com/office/drawing/2014/main" id="{9CBD2B31-C74C-5194-3C5D-9F04C24B6F8E}"/>
              </a:ext>
            </a:extLst>
          </p:cNvPr>
          <p:cNvSpPr/>
          <p:nvPr/>
        </p:nvSpPr>
        <p:spPr>
          <a:xfrm>
            <a:off x="7342092" y="2451845"/>
            <a:ext cx="2164975" cy="479613"/>
          </a:xfrm>
          <a:prstGeom prst="chevron">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Restart</a:t>
            </a:r>
          </a:p>
        </p:txBody>
      </p:sp>
      <p:sp>
        <p:nvSpPr>
          <p:cNvPr id="22" name="Arrow: Chevron 21">
            <a:extLst>
              <a:ext uri="{FF2B5EF4-FFF2-40B4-BE49-F238E27FC236}">
                <a16:creationId xmlns:a16="http://schemas.microsoft.com/office/drawing/2014/main" id="{B7C9F1F4-CBF1-045C-7F63-D42BDE82F85D}"/>
              </a:ext>
            </a:extLst>
          </p:cNvPr>
          <p:cNvSpPr/>
          <p:nvPr/>
        </p:nvSpPr>
        <p:spPr>
          <a:xfrm>
            <a:off x="7342092" y="3175746"/>
            <a:ext cx="2178424" cy="479613"/>
          </a:xfrm>
          <a:prstGeom prst="chevron">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Rollback the Transaction</a:t>
            </a:r>
          </a:p>
        </p:txBody>
      </p:sp>
      <p:sp>
        <p:nvSpPr>
          <p:cNvPr id="23" name="Arrow: Chevron 22">
            <a:extLst>
              <a:ext uri="{FF2B5EF4-FFF2-40B4-BE49-F238E27FC236}">
                <a16:creationId xmlns:a16="http://schemas.microsoft.com/office/drawing/2014/main" id="{646A090E-4C2E-25FA-A527-21E1F994D861}"/>
              </a:ext>
            </a:extLst>
          </p:cNvPr>
          <p:cNvSpPr/>
          <p:nvPr/>
        </p:nvSpPr>
        <p:spPr>
          <a:xfrm>
            <a:off x="7342094" y="3926543"/>
            <a:ext cx="2178422" cy="479613"/>
          </a:xfrm>
          <a:prstGeom prst="chevron">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Redeploy</a:t>
            </a:r>
          </a:p>
        </p:txBody>
      </p:sp>
      <p:sp>
        <p:nvSpPr>
          <p:cNvPr id="25" name="Arrow: Chevron 24">
            <a:extLst>
              <a:ext uri="{FF2B5EF4-FFF2-40B4-BE49-F238E27FC236}">
                <a16:creationId xmlns:a16="http://schemas.microsoft.com/office/drawing/2014/main" id="{0FCB34E8-F424-4205-82B7-3068F6EF6DC8}"/>
              </a:ext>
            </a:extLst>
          </p:cNvPr>
          <p:cNvSpPr/>
          <p:nvPr/>
        </p:nvSpPr>
        <p:spPr>
          <a:xfrm>
            <a:off x="7328644" y="5401241"/>
            <a:ext cx="2115669" cy="479613"/>
          </a:xfrm>
          <a:prstGeom prst="chevron">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Escalates</a:t>
            </a:r>
          </a:p>
        </p:txBody>
      </p:sp>
      <p:sp>
        <p:nvSpPr>
          <p:cNvPr id="27" name="Arrow: Chevron 26">
            <a:extLst>
              <a:ext uri="{FF2B5EF4-FFF2-40B4-BE49-F238E27FC236}">
                <a16:creationId xmlns:a16="http://schemas.microsoft.com/office/drawing/2014/main" id="{BDDA3E85-56EC-9122-5925-6CE32C5237EF}"/>
              </a:ext>
            </a:extLst>
          </p:cNvPr>
          <p:cNvSpPr/>
          <p:nvPr/>
        </p:nvSpPr>
        <p:spPr>
          <a:xfrm>
            <a:off x="7328644" y="4650444"/>
            <a:ext cx="2178423" cy="479613"/>
          </a:xfrm>
          <a:prstGeom prst="chevron">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Increase quota</a:t>
            </a:r>
          </a:p>
        </p:txBody>
      </p:sp>
      <p:cxnSp>
        <p:nvCxnSpPr>
          <p:cNvPr id="30" name="Connector: Elbow 29">
            <a:extLst>
              <a:ext uri="{FF2B5EF4-FFF2-40B4-BE49-F238E27FC236}">
                <a16:creationId xmlns:a16="http://schemas.microsoft.com/office/drawing/2014/main" id="{DA92C878-3A74-EDE0-F5F5-326A799425DD}"/>
              </a:ext>
            </a:extLst>
          </p:cNvPr>
          <p:cNvCxnSpPr>
            <a:stCxn id="19" idx="3"/>
            <a:endCxn id="16" idx="1"/>
          </p:cNvCxnSpPr>
          <p:nvPr/>
        </p:nvCxnSpPr>
        <p:spPr>
          <a:xfrm flipV="1">
            <a:off x="5665694" y="2691652"/>
            <a:ext cx="1916205" cy="1575547"/>
          </a:xfrm>
          <a:prstGeom prst="bentConnector3">
            <a:avLst/>
          </a:prstGeom>
          <a:ln w="28575">
            <a:tailEnd type="triangle"/>
          </a:ln>
        </p:spPr>
        <p:style>
          <a:lnRef idx="1">
            <a:schemeClr val="accent5"/>
          </a:lnRef>
          <a:fillRef idx="0">
            <a:schemeClr val="accent5"/>
          </a:fillRef>
          <a:effectRef idx="0">
            <a:schemeClr val="accent5"/>
          </a:effectRef>
          <a:fontRef idx="minor">
            <a:schemeClr val="tx1"/>
          </a:fontRef>
        </p:style>
      </p:cxnSp>
      <p:cxnSp>
        <p:nvCxnSpPr>
          <p:cNvPr id="31" name="Connector: Elbow 30">
            <a:extLst>
              <a:ext uri="{FF2B5EF4-FFF2-40B4-BE49-F238E27FC236}">
                <a16:creationId xmlns:a16="http://schemas.microsoft.com/office/drawing/2014/main" id="{E06A9053-3FB7-4807-4809-28D6F2BC914D}"/>
              </a:ext>
            </a:extLst>
          </p:cNvPr>
          <p:cNvCxnSpPr>
            <a:cxnSpLocks/>
            <a:stCxn id="19" idx="3"/>
            <a:endCxn id="22" idx="1"/>
          </p:cNvCxnSpPr>
          <p:nvPr/>
        </p:nvCxnSpPr>
        <p:spPr>
          <a:xfrm flipV="1">
            <a:off x="5665694" y="3415553"/>
            <a:ext cx="1916205" cy="851646"/>
          </a:xfrm>
          <a:prstGeom prst="bentConnector3">
            <a:avLst/>
          </a:prstGeom>
          <a:ln w="28575">
            <a:tailEnd type="triangle"/>
          </a:ln>
        </p:spPr>
        <p:style>
          <a:lnRef idx="1">
            <a:schemeClr val="accent5"/>
          </a:lnRef>
          <a:fillRef idx="0">
            <a:schemeClr val="accent5"/>
          </a:fillRef>
          <a:effectRef idx="0">
            <a:schemeClr val="accent5"/>
          </a:effectRef>
          <a:fontRef idx="minor">
            <a:schemeClr val="tx1"/>
          </a:fontRef>
        </p:style>
      </p:cxnSp>
      <p:cxnSp>
        <p:nvCxnSpPr>
          <p:cNvPr id="35" name="Connector: Elbow 34">
            <a:extLst>
              <a:ext uri="{FF2B5EF4-FFF2-40B4-BE49-F238E27FC236}">
                <a16:creationId xmlns:a16="http://schemas.microsoft.com/office/drawing/2014/main" id="{4D19E8C3-82F8-BBF8-0187-3260CCF272EA}"/>
              </a:ext>
            </a:extLst>
          </p:cNvPr>
          <p:cNvCxnSpPr>
            <a:cxnSpLocks/>
            <a:stCxn id="19" idx="3"/>
            <a:endCxn id="23" idx="1"/>
          </p:cNvCxnSpPr>
          <p:nvPr/>
        </p:nvCxnSpPr>
        <p:spPr>
          <a:xfrm flipV="1">
            <a:off x="5665694" y="4166350"/>
            <a:ext cx="1916207" cy="100849"/>
          </a:xfrm>
          <a:prstGeom prst="bentConnector3">
            <a:avLst/>
          </a:prstGeom>
          <a:ln w="28575">
            <a:tailEnd type="triangle"/>
          </a:ln>
        </p:spPr>
        <p:style>
          <a:lnRef idx="1">
            <a:schemeClr val="accent5"/>
          </a:lnRef>
          <a:fillRef idx="0">
            <a:schemeClr val="accent5"/>
          </a:fillRef>
          <a:effectRef idx="0">
            <a:schemeClr val="accent5"/>
          </a:effectRef>
          <a:fontRef idx="minor">
            <a:schemeClr val="tx1"/>
          </a:fontRef>
        </p:style>
      </p:cxnSp>
      <p:cxnSp>
        <p:nvCxnSpPr>
          <p:cNvPr id="38" name="Connector: Elbow 37">
            <a:extLst>
              <a:ext uri="{FF2B5EF4-FFF2-40B4-BE49-F238E27FC236}">
                <a16:creationId xmlns:a16="http://schemas.microsoft.com/office/drawing/2014/main" id="{3290EA35-451C-5CF8-264F-2267A14A5E3D}"/>
              </a:ext>
            </a:extLst>
          </p:cNvPr>
          <p:cNvCxnSpPr>
            <a:cxnSpLocks/>
            <a:stCxn id="19" idx="3"/>
            <a:endCxn id="27" idx="1"/>
          </p:cNvCxnSpPr>
          <p:nvPr/>
        </p:nvCxnSpPr>
        <p:spPr>
          <a:xfrm>
            <a:off x="5665694" y="4267199"/>
            <a:ext cx="1902757" cy="623052"/>
          </a:xfrm>
          <a:prstGeom prst="bentConnector3">
            <a:avLst/>
          </a:prstGeom>
          <a:ln w="28575">
            <a:tailEnd type="triangle"/>
          </a:ln>
        </p:spPr>
        <p:style>
          <a:lnRef idx="1">
            <a:schemeClr val="accent5"/>
          </a:lnRef>
          <a:fillRef idx="0">
            <a:schemeClr val="accent5"/>
          </a:fillRef>
          <a:effectRef idx="0">
            <a:schemeClr val="accent5"/>
          </a:effectRef>
          <a:fontRef idx="minor">
            <a:schemeClr val="tx1"/>
          </a:fontRef>
        </p:style>
      </p:cxnSp>
      <p:cxnSp>
        <p:nvCxnSpPr>
          <p:cNvPr id="46" name="Connector: Elbow 45">
            <a:extLst>
              <a:ext uri="{FF2B5EF4-FFF2-40B4-BE49-F238E27FC236}">
                <a16:creationId xmlns:a16="http://schemas.microsoft.com/office/drawing/2014/main" id="{1E2BC8AD-1D07-4F56-FA00-8303A986E3D5}"/>
              </a:ext>
            </a:extLst>
          </p:cNvPr>
          <p:cNvCxnSpPr>
            <a:cxnSpLocks/>
            <a:stCxn id="19" idx="3"/>
            <a:endCxn id="25" idx="1"/>
          </p:cNvCxnSpPr>
          <p:nvPr/>
        </p:nvCxnSpPr>
        <p:spPr>
          <a:xfrm>
            <a:off x="5665694" y="4267199"/>
            <a:ext cx="1902757" cy="1373849"/>
          </a:xfrm>
          <a:prstGeom prst="bentConnector3">
            <a:avLst/>
          </a:prstGeom>
          <a:ln w="28575">
            <a:tailEnd type="triangle"/>
          </a:ln>
        </p:spPr>
        <p:style>
          <a:lnRef idx="1">
            <a:schemeClr val="accent5"/>
          </a:lnRef>
          <a:fillRef idx="0">
            <a:schemeClr val="accent5"/>
          </a:fillRef>
          <a:effectRef idx="0">
            <a:schemeClr val="accent5"/>
          </a:effectRef>
          <a:fontRef idx="minor">
            <a:schemeClr val="tx1"/>
          </a:fontRef>
        </p:style>
      </p:cxnSp>
      <p:sp>
        <p:nvSpPr>
          <p:cNvPr id="51" name="Title 1">
            <a:extLst>
              <a:ext uri="{FF2B5EF4-FFF2-40B4-BE49-F238E27FC236}">
                <a16:creationId xmlns:a16="http://schemas.microsoft.com/office/drawing/2014/main" id="{6AAB85A0-2DD7-42EC-45EF-0683B950D31A}"/>
              </a:ext>
            </a:extLst>
          </p:cNvPr>
          <p:cNvSpPr>
            <a:spLocks noGrp="1"/>
          </p:cNvSpPr>
          <p:nvPr>
            <p:ph type="title"/>
          </p:nvPr>
        </p:nvSpPr>
        <p:spPr>
          <a:xfrm>
            <a:off x="547565" y="160817"/>
            <a:ext cx="9603275" cy="496966"/>
          </a:xfrm>
        </p:spPr>
        <p:txBody>
          <a:bodyPr>
            <a:normAutofit fontScale="90000"/>
          </a:bodyPr>
          <a:lstStyle/>
          <a:p>
            <a:r>
              <a:rPr lang="en-US" b="1" dirty="0"/>
              <a:t>DevOps Bug Fix Project</a:t>
            </a:r>
          </a:p>
        </p:txBody>
      </p:sp>
    </p:spTree>
    <p:extLst>
      <p:ext uri="{BB962C8B-B14F-4D97-AF65-F5344CB8AC3E}">
        <p14:creationId xmlns:p14="http://schemas.microsoft.com/office/powerpoint/2010/main" val="514982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1000"/>
                                        <p:tgtEl>
                                          <p:spTgt spid="24"/>
                                        </p:tgtEl>
                                      </p:cBhvr>
                                    </p:animEffect>
                                    <p:anim calcmode="lin" valueType="num">
                                      <p:cBhvr>
                                        <p:cTn id="8" dur="1000" fill="hold"/>
                                        <p:tgtEl>
                                          <p:spTgt spid="24"/>
                                        </p:tgtEl>
                                        <p:attrNameLst>
                                          <p:attrName>ppt_x</p:attrName>
                                        </p:attrNameLst>
                                      </p:cBhvr>
                                      <p:tavLst>
                                        <p:tav tm="0">
                                          <p:val>
                                            <p:strVal val="#ppt_x"/>
                                          </p:val>
                                        </p:tav>
                                        <p:tav tm="100000">
                                          <p:val>
                                            <p:strVal val="#ppt_x"/>
                                          </p:val>
                                        </p:tav>
                                      </p:tavLst>
                                    </p:anim>
                                    <p:anim calcmode="lin" valueType="num">
                                      <p:cBhvr>
                                        <p:cTn id="9"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barn(inVertical)">
                                      <p:cBhvr>
                                        <p:cTn id="14" dur="500"/>
                                        <p:tgtEl>
                                          <p:spTgt spid="17"/>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1000"/>
                                        <p:tgtEl>
                                          <p:spTgt spid="26"/>
                                        </p:tgtEl>
                                      </p:cBhvr>
                                    </p:animEffect>
                                    <p:anim calcmode="lin" valueType="num">
                                      <p:cBhvr>
                                        <p:cTn id="20" dur="1000" fill="hold"/>
                                        <p:tgtEl>
                                          <p:spTgt spid="26"/>
                                        </p:tgtEl>
                                        <p:attrNameLst>
                                          <p:attrName>ppt_x</p:attrName>
                                        </p:attrNameLst>
                                      </p:cBhvr>
                                      <p:tavLst>
                                        <p:tav tm="0">
                                          <p:val>
                                            <p:strVal val="#ppt_x"/>
                                          </p:val>
                                        </p:tav>
                                        <p:tav tm="100000">
                                          <p:val>
                                            <p:strVal val="#ppt_x"/>
                                          </p:val>
                                        </p:tav>
                                      </p:tavLst>
                                    </p:anim>
                                    <p:anim calcmode="lin" valueType="num">
                                      <p:cBhvr>
                                        <p:cTn id="21"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1000"/>
                                        <p:tgtEl>
                                          <p:spTgt spid="10"/>
                                        </p:tgtEl>
                                      </p:cBhvr>
                                    </p:animEffect>
                                    <p:anim calcmode="lin" valueType="num">
                                      <p:cBhvr>
                                        <p:cTn id="27" dur="1000" fill="hold"/>
                                        <p:tgtEl>
                                          <p:spTgt spid="10"/>
                                        </p:tgtEl>
                                        <p:attrNameLst>
                                          <p:attrName>ppt_x</p:attrName>
                                        </p:attrNameLst>
                                      </p:cBhvr>
                                      <p:tavLst>
                                        <p:tav tm="0">
                                          <p:val>
                                            <p:strVal val="#ppt_x"/>
                                          </p:val>
                                        </p:tav>
                                        <p:tav tm="100000">
                                          <p:val>
                                            <p:strVal val="#ppt_x"/>
                                          </p:val>
                                        </p:tav>
                                      </p:tavLst>
                                    </p:anim>
                                    <p:anim calcmode="lin" valueType="num">
                                      <p:cBhvr>
                                        <p:cTn id="28"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1000"/>
                                        <p:tgtEl>
                                          <p:spTgt spid="11"/>
                                        </p:tgtEl>
                                      </p:cBhvr>
                                    </p:animEffect>
                                    <p:anim calcmode="lin" valueType="num">
                                      <p:cBhvr>
                                        <p:cTn id="34" dur="1000" fill="hold"/>
                                        <p:tgtEl>
                                          <p:spTgt spid="11"/>
                                        </p:tgtEl>
                                        <p:attrNameLst>
                                          <p:attrName>ppt_x</p:attrName>
                                        </p:attrNameLst>
                                      </p:cBhvr>
                                      <p:tavLst>
                                        <p:tav tm="0">
                                          <p:val>
                                            <p:strVal val="#ppt_x"/>
                                          </p:val>
                                        </p:tav>
                                        <p:tav tm="100000">
                                          <p:val>
                                            <p:strVal val="#ppt_x"/>
                                          </p:val>
                                        </p:tav>
                                      </p:tavLst>
                                    </p:anim>
                                    <p:anim calcmode="lin" valueType="num">
                                      <p:cBhvr>
                                        <p:cTn id="35"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16" presetClass="entr" presetSubtype="21" fill="hold" grpId="0" nodeType="click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barn(inVertical)">
                                      <p:cBhvr>
                                        <p:cTn id="40" dur="500"/>
                                        <p:tgtEl>
                                          <p:spTgt spid="19"/>
                                        </p:tgtEl>
                                      </p:cBhvr>
                                    </p:animEffect>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grpId="0" nodeType="clickEffect">
                                  <p:stCondLst>
                                    <p:cond delay="0"/>
                                  </p:stCondLst>
                                  <p:childTnLst>
                                    <p:set>
                                      <p:cBhvr>
                                        <p:cTn id="44" dur="1" fill="hold">
                                          <p:stCondLst>
                                            <p:cond delay="0"/>
                                          </p:stCondLst>
                                        </p:cTn>
                                        <p:tgtEl>
                                          <p:spTgt spid="12"/>
                                        </p:tgtEl>
                                        <p:attrNameLst>
                                          <p:attrName>style.visibility</p:attrName>
                                        </p:attrNameLst>
                                      </p:cBhvr>
                                      <p:to>
                                        <p:strVal val="visible"/>
                                      </p:to>
                                    </p:set>
                                    <p:animEffect transition="in" filter="fade">
                                      <p:cBhvr>
                                        <p:cTn id="45" dur="1000"/>
                                        <p:tgtEl>
                                          <p:spTgt spid="12"/>
                                        </p:tgtEl>
                                      </p:cBhvr>
                                    </p:animEffect>
                                    <p:anim calcmode="lin" valueType="num">
                                      <p:cBhvr>
                                        <p:cTn id="46" dur="1000" fill="hold"/>
                                        <p:tgtEl>
                                          <p:spTgt spid="12"/>
                                        </p:tgtEl>
                                        <p:attrNameLst>
                                          <p:attrName>ppt_x</p:attrName>
                                        </p:attrNameLst>
                                      </p:cBhvr>
                                      <p:tavLst>
                                        <p:tav tm="0">
                                          <p:val>
                                            <p:strVal val="#ppt_x"/>
                                          </p:val>
                                        </p:tav>
                                        <p:tav tm="100000">
                                          <p:val>
                                            <p:strVal val="#ppt_x"/>
                                          </p:val>
                                        </p:tav>
                                      </p:tavLst>
                                    </p:anim>
                                    <p:anim calcmode="lin" valueType="num">
                                      <p:cBhvr>
                                        <p:cTn id="47"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42" presetClass="entr" presetSubtype="0" fill="hold" grpId="0" nodeType="click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1000"/>
                                        <p:tgtEl>
                                          <p:spTgt spid="16"/>
                                        </p:tgtEl>
                                      </p:cBhvr>
                                    </p:animEffect>
                                    <p:anim calcmode="lin" valueType="num">
                                      <p:cBhvr>
                                        <p:cTn id="53" dur="1000" fill="hold"/>
                                        <p:tgtEl>
                                          <p:spTgt spid="16"/>
                                        </p:tgtEl>
                                        <p:attrNameLst>
                                          <p:attrName>ppt_x</p:attrName>
                                        </p:attrNameLst>
                                      </p:cBhvr>
                                      <p:tavLst>
                                        <p:tav tm="0">
                                          <p:val>
                                            <p:strVal val="#ppt_x"/>
                                          </p:val>
                                        </p:tav>
                                        <p:tav tm="100000">
                                          <p:val>
                                            <p:strVal val="#ppt_x"/>
                                          </p:val>
                                        </p:tav>
                                      </p:tavLst>
                                    </p:anim>
                                    <p:anim calcmode="lin" valueType="num">
                                      <p:cBhvr>
                                        <p:cTn id="54" dur="1000" fill="hold"/>
                                        <p:tgtEl>
                                          <p:spTgt spid="16"/>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0"/>
                                  </p:stCondLst>
                                  <p:childTnLst>
                                    <p:set>
                                      <p:cBhvr>
                                        <p:cTn id="56" dur="1" fill="hold">
                                          <p:stCondLst>
                                            <p:cond delay="0"/>
                                          </p:stCondLst>
                                        </p:cTn>
                                        <p:tgtEl>
                                          <p:spTgt spid="30"/>
                                        </p:tgtEl>
                                        <p:attrNameLst>
                                          <p:attrName>style.visibility</p:attrName>
                                        </p:attrNameLst>
                                      </p:cBhvr>
                                      <p:to>
                                        <p:strVal val="visible"/>
                                      </p:to>
                                    </p:set>
                                    <p:animEffect transition="in" filter="fade">
                                      <p:cBhvr>
                                        <p:cTn id="57" dur="1000"/>
                                        <p:tgtEl>
                                          <p:spTgt spid="30"/>
                                        </p:tgtEl>
                                      </p:cBhvr>
                                    </p:animEffect>
                                    <p:anim calcmode="lin" valueType="num">
                                      <p:cBhvr>
                                        <p:cTn id="58" dur="1000" fill="hold"/>
                                        <p:tgtEl>
                                          <p:spTgt spid="30"/>
                                        </p:tgtEl>
                                        <p:attrNameLst>
                                          <p:attrName>ppt_x</p:attrName>
                                        </p:attrNameLst>
                                      </p:cBhvr>
                                      <p:tavLst>
                                        <p:tav tm="0">
                                          <p:val>
                                            <p:strVal val="#ppt_x"/>
                                          </p:val>
                                        </p:tav>
                                        <p:tav tm="100000">
                                          <p:val>
                                            <p:strVal val="#ppt_x"/>
                                          </p:val>
                                        </p:tav>
                                      </p:tavLst>
                                    </p:anim>
                                    <p:anim calcmode="lin" valueType="num">
                                      <p:cBhvr>
                                        <p:cTn id="59"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42" presetClass="entr" presetSubtype="0" fill="hold" grpId="0" nodeType="click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1000"/>
                                        <p:tgtEl>
                                          <p:spTgt spid="22"/>
                                        </p:tgtEl>
                                      </p:cBhvr>
                                    </p:animEffect>
                                    <p:anim calcmode="lin" valueType="num">
                                      <p:cBhvr>
                                        <p:cTn id="65" dur="1000" fill="hold"/>
                                        <p:tgtEl>
                                          <p:spTgt spid="22"/>
                                        </p:tgtEl>
                                        <p:attrNameLst>
                                          <p:attrName>ppt_x</p:attrName>
                                        </p:attrNameLst>
                                      </p:cBhvr>
                                      <p:tavLst>
                                        <p:tav tm="0">
                                          <p:val>
                                            <p:strVal val="#ppt_x"/>
                                          </p:val>
                                        </p:tav>
                                        <p:tav tm="100000">
                                          <p:val>
                                            <p:strVal val="#ppt_x"/>
                                          </p:val>
                                        </p:tav>
                                      </p:tavLst>
                                    </p:anim>
                                    <p:anim calcmode="lin" valueType="num">
                                      <p:cBhvr>
                                        <p:cTn id="66" dur="1000" fill="hold"/>
                                        <p:tgtEl>
                                          <p:spTgt spid="22"/>
                                        </p:tgtEl>
                                        <p:attrNameLst>
                                          <p:attrName>ppt_y</p:attrName>
                                        </p:attrNameLst>
                                      </p:cBhvr>
                                      <p:tavLst>
                                        <p:tav tm="0">
                                          <p:val>
                                            <p:strVal val="#ppt_y+.1"/>
                                          </p:val>
                                        </p:tav>
                                        <p:tav tm="100000">
                                          <p:val>
                                            <p:strVal val="#ppt_y"/>
                                          </p:val>
                                        </p:tav>
                                      </p:tavLst>
                                    </p:anim>
                                  </p:childTnLst>
                                </p:cTn>
                              </p:par>
                              <p:par>
                                <p:cTn id="67" presetID="42" presetClass="entr" presetSubtype="0" fill="hold" nodeType="withEffect">
                                  <p:stCondLst>
                                    <p:cond delay="0"/>
                                  </p:stCondLst>
                                  <p:childTnLst>
                                    <p:set>
                                      <p:cBhvr>
                                        <p:cTn id="68" dur="1" fill="hold">
                                          <p:stCondLst>
                                            <p:cond delay="0"/>
                                          </p:stCondLst>
                                        </p:cTn>
                                        <p:tgtEl>
                                          <p:spTgt spid="31"/>
                                        </p:tgtEl>
                                        <p:attrNameLst>
                                          <p:attrName>style.visibility</p:attrName>
                                        </p:attrNameLst>
                                      </p:cBhvr>
                                      <p:to>
                                        <p:strVal val="visible"/>
                                      </p:to>
                                    </p:set>
                                    <p:animEffect transition="in" filter="fade">
                                      <p:cBhvr>
                                        <p:cTn id="69" dur="1000"/>
                                        <p:tgtEl>
                                          <p:spTgt spid="31"/>
                                        </p:tgtEl>
                                      </p:cBhvr>
                                    </p:animEffect>
                                    <p:anim calcmode="lin" valueType="num">
                                      <p:cBhvr>
                                        <p:cTn id="70" dur="1000" fill="hold"/>
                                        <p:tgtEl>
                                          <p:spTgt spid="31"/>
                                        </p:tgtEl>
                                        <p:attrNameLst>
                                          <p:attrName>ppt_x</p:attrName>
                                        </p:attrNameLst>
                                      </p:cBhvr>
                                      <p:tavLst>
                                        <p:tav tm="0">
                                          <p:val>
                                            <p:strVal val="#ppt_x"/>
                                          </p:val>
                                        </p:tav>
                                        <p:tav tm="100000">
                                          <p:val>
                                            <p:strVal val="#ppt_x"/>
                                          </p:val>
                                        </p:tav>
                                      </p:tavLst>
                                    </p:anim>
                                    <p:anim calcmode="lin" valueType="num">
                                      <p:cBhvr>
                                        <p:cTn id="71"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42" presetClass="entr" presetSubtype="0" fill="hold" grpId="0" nodeType="clickEffect">
                                  <p:stCondLst>
                                    <p:cond delay="0"/>
                                  </p:stCondLst>
                                  <p:childTnLst>
                                    <p:set>
                                      <p:cBhvr>
                                        <p:cTn id="75" dur="1" fill="hold">
                                          <p:stCondLst>
                                            <p:cond delay="0"/>
                                          </p:stCondLst>
                                        </p:cTn>
                                        <p:tgtEl>
                                          <p:spTgt spid="23"/>
                                        </p:tgtEl>
                                        <p:attrNameLst>
                                          <p:attrName>style.visibility</p:attrName>
                                        </p:attrNameLst>
                                      </p:cBhvr>
                                      <p:to>
                                        <p:strVal val="visible"/>
                                      </p:to>
                                    </p:set>
                                    <p:animEffect transition="in" filter="fade">
                                      <p:cBhvr>
                                        <p:cTn id="76" dur="1000"/>
                                        <p:tgtEl>
                                          <p:spTgt spid="23"/>
                                        </p:tgtEl>
                                      </p:cBhvr>
                                    </p:animEffect>
                                    <p:anim calcmode="lin" valueType="num">
                                      <p:cBhvr>
                                        <p:cTn id="77" dur="1000" fill="hold"/>
                                        <p:tgtEl>
                                          <p:spTgt spid="23"/>
                                        </p:tgtEl>
                                        <p:attrNameLst>
                                          <p:attrName>ppt_x</p:attrName>
                                        </p:attrNameLst>
                                      </p:cBhvr>
                                      <p:tavLst>
                                        <p:tav tm="0">
                                          <p:val>
                                            <p:strVal val="#ppt_x"/>
                                          </p:val>
                                        </p:tav>
                                        <p:tav tm="100000">
                                          <p:val>
                                            <p:strVal val="#ppt_x"/>
                                          </p:val>
                                        </p:tav>
                                      </p:tavLst>
                                    </p:anim>
                                    <p:anim calcmode="lin" valueType="num">
                                      <p:cBhvr>
                                        <p:cTn id="78" dur="1000" fill="hold"/>
                                        <p:tgtEl>
                                          <p:spTgt spid="23"/>
                                        </p:tgtEl>
                                        <p:attrNameLst>
                                          <p:attrName>ppt_y</p:attrName>
                                        </p:attrNameLst>
                                      </p:cBhvr>
                                      <p:tavLst>
                                        <p:tav tm="0">
                                          <p:val>
                                            <p:strVal val="#ppt_y+.1"/>
                                          </p:val>
                                        </p:tav>
                                        <p:tav tm="100000">
                                          <p:val>
                                            <p:strVal val="#ppt_y"/>
                                          </p:val>
                                        </p:tav>
                                      </p:tavLst>
                                    </p:anim>
                                  </p:childTnLst>
                                </p:cTn>
                              </p:par>
                              <p:par>
                                <p:cTn id="79" presetID="42" presetClass="entr" presetSubtype="0" fill="hold" nodeType="withEffect">
                                  <p:stCondLst>
                                    <p:cond delay="0"/>
                                  </p:stCondLst>
                                  <p:childTnLst>
                                    <p:set>
                                      <p:cBhvr>
                                        <p:cTn id="80" dur="1" fill="hold">
                                          <p:stCondLst>
                                            <p:cond delay="0"/>
                                          </p:stCondLst>
                                        </p:cTn>
                                        <p:tgtEl>
                                          <p:spTgt spid="35"/>
                                        </p:tgtEl>
                                        <p:attrNameLst>
                                          <p:attrName>style.visibility</p:attrName>
                                        </p:attrNameLst>
                                      </p:cBhvr>
                                      <p:to>
                                        <p:strVal val="visible"/>
                                      </p:to>
                                    </p:set>
                                    <p:animEffect transition="in" filter="fade">
                                      <p:cBhvr>
                                        <p:cTn id="81" dur="1000"/>
                                        <p:tgtEl>
                                          <p:spTgt spid="35"/>
                                        </p:tgtEl>
                                      </p:cBhvr>
                                    </p:animEffect>
                                    <p:anim calcmode="lin" valueType="num">
                                      <p:cBhvr>
                                        <p:cTn id="82" dur="1000" fill="hold"/>
                                        <p:tgtEl>
                                          <p:spTgt spid="35"/>
                                        </p:tgtEl>
                                        <p:attrNameLst>
                                          <p:attrName>ppt_x</p:attrName>
                                        </p:attrNameLst>
                                      </p:cBhvr>
                                      <p:tavLst>
                                        <p:tav tm="0">
                                          <p:val>
                                            <p:strVal val="#ppt_x"/>
                                          </p:val>
                                        </p:tav>
                                        <p:tav tm="100000">
                                          <p:val>
                                            <p:strVal val="#ppt_x"/>
                                          </p:val>
                                        </p:tav>
                                      </p:tavLst>
                                    </p:anim>
                                    <p:anim calcmode="lin" valueType="num">
                                      <p:cBhvr>
                                        <p:cTn id="83"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par>
                    <p:cTn id="84" fill="hold">
                      <p:stCondLst>
                        <p:cond delay="indefinite"/>
                      </p:stCondLst>
                      <p:childTnLst>
                        <p:par>
                          <p:cTn id="85" fill="hold">
                            <p:stCondLst>
                              <p:cond delay="0"/>
                            </p:stCondLst>
                            <p:childTnLst>
                              <p:par>
                                <p:cTn id="86" presetID="42" presetClass="entr" presetSubtype="0" fill="hold" grpId="0" nodeType="clickEffect">
                                  <p:stCondLst>
                                    <p:cond delay="0"/>
                                  </p:stCondLst>
                                  <p:childTnLst>
                                    <p:set>
                                      <p:cBhvr>
                                        <p:cTn id="87" dur="1" fill="hold">
                                          <p:stCondLst>
                                            <p:cond delay="0"/>
                                          </p:stCondLst>
                                        </p:cTn>
                                        <p:tgtEl>
                                          <p:spTgt spid="27"/>
                                        </p:tgtEl>
                                        <p:attrNameLst>
                                          <p:attrName>style.visibility</p:attrName>
                                        </p:attrNameLst>
                                      </p:cBhvr>
                                      <p:to>
                                        <p:strVal val="visible"/>
                                      </p:to>
                                    </p:set>
                                    <p:animEffect transition="in" filter="fade">
                                      <p:cBhvr>
                                        <p:cTn id="88" dur="1000"/>
                                        <p:tgtEl>
                                          <p:spTgt spid="27"/>
                                        </p:tgtEl>
                                      </p:cBhvr>
                                    </p:animEffect>
                                    <p:anim calcmode="lin" valueType="num">
                                      <p:cBhvr>
                                        <p:cTn id="89" dur="1000" fill="hold"/>
                                        <p:tgtEl>
                                          <p:spTgt spid="27"/>
                                        </p:tgtEl>
                                        <p:attrNameLst>
                                          <p:attrName>ppt_x</p:attrName>
                                        </p:attrNameLst>
                                      </p:cBhvr>
                                      <p:tavLst>
                                        <p:tav tm="0">
                                          <p:val>
                                            <p:strVal val="#ppt_x"/>
                                          </p:val>
                                        </p:tav>
                                        <p:tav tm="100000">
                                          <p:val>
                                            <p:strVal val="#ppt_x"/>
                                          </p:val>
                                        </p:tav>
                                      </p:tavLst>
                                    </p:anim>
                                    <p:anim calcmode="lin" valueType="num">
                                      <p:cBhvr>
                                        <p:cTn id="90" dur="1000" fill="hold"/>
                                        <p:tgtEl>
                                          <p:spTgt spid="27"/>
                                        </p:tgtEl>
                                        <p:attrNameLst>
                                          <p:attrName>ppt_y</p:attrName>
                                        </p:attrNameLst>
                                      </p:cBhvr>
                                      <p:tavLst>
                                        <p:tav tm="0">
                                          <p:val>
                                            <p:strVal val="#ppt_y+.1"/>
                                          </p:val>
                                        </p:tav>
                                        <p:tav tm="100000">
                                          <p:val>
                                            <p:strVal val="#ppt_y"/>
                                          </p:val>
                                        </p:tav>
                                      </p:tavLst>
                                    </p:anim>
                                  </p:childTnLst>
                                </p:cTn>
                              </p:par>
                              <p:par>
                                <p:cTn id="91" presetID="42" presetClass="entr" presetSubtype="0" fill="hold" nodeType="withEffect">
                                  <p:stCondLst>
                                    <p:cond delay="0"/>
                                  </p:stCondLst>
                                  <p:childTnLst>
                                    <p:set>
                                      <p:cBhvr>
                                        <p:cTn id="92" dur="1" fill="hold">
                                          <p:stCondLst>
                                            <p:cond delay="0"/>
                                          </p:stCondLst>
                                        </p:cTn>
                                        <p:tgtEl>
                                          <p:spTgt spid="38"/>
                                        </p:tgtEl>
                                        <p:attrNameLst>
                                          <p:attrName>style.visibility</p:attrName>
                                        </p:attrNameLst>
                                      </p:cBhvr>
                                      <p:to>
                                        <p:strVal val="visible"/>
                                      </p:to>
                                    </p:set>
                                    <p:animEffect transition="in" filter="fade">
                                      <p:cBhvr>
                                        <p:cTn id="93" dur="1000"/>
                                        <p:tgtEl>
                                          <p:spTgt spid="38"/>
                                        </p:tgtEl>
                                      </p:cBhvr>
                                    </p:animEffect>
                                    <p:anim calcmode="lin" valueType="num">
                                      <p:cBhvr>
                                        <p:cTn id="94" dur="1000" fill="hold"/>
                                        <p:tgtEl>
                                          <p:spTgt spid="38"/>
                                        </p:tgtEl>
                                        <p:attrNameLst>
                                          <p:attrName>ppt_x</p:attrName>
                                        </p:attrNameLst>
                                      </p:cBhvr>
                                      <p:tavLst>
                                        <p:tav tm="0">
                                          <p:val>
                                            <p:strVal val="#ppt_x"/>
                                          </p:val>
                                        </p:tav>
                                        <p:tav tm="100000">
                                          <p:val>
                                            <p:strVal val="#ppt_x"/>
                                          </p:val>
                                        </p:tav>
                                      </p:tavLst>
                                    </p:anim>
                                    <p:anim calcmode="lin" valueType="num">
                                      <p:cBhvr>
                                        <p:cTn id="95" dur="1000" fill="hold"/>
                                        <p:tgtEl>
                                          <p:spTgt spid="38"/>
                                        </p:tgtEl>
                                        <p:attrNameLst>
                                          <p:attrName>ppt_y</p:attrName>
                                        </p:attrNameLst>
                                      </p:cBhvr>
                                      <p:tavLst>
                                        <p:tav tm="0">
                                          <p:val>
                                            <p:strVal val="#ppt_y+.1"/>
                                          </p:val>
                                        </p:tav>
                                        <p:tav tm="100000">
                                          <p:val>
                                            <p:strVal val="#ppt_y"/>
                                          </p:val>
                                        </p:tav>
                                      </p:tavLst>
                                    </p:anim>
                                  </p:childTnLst>
                                </p:cTn>
                              </p:par>
                            </p:childTnLst>
                          </p:cTn>
                        </p:par>
                      </p:childTnLst>
                    </p:cTn>
                  </p:par>
                  <p:par>
                    <p:cTn id="96" fill="hold">
                      <p:stCondLst>
                        <p:cond delay="indefinite"/>
                      </p:stCondLst>
                      <p:childTnLst>
                        <p:par>
                          <p:cTn id="97" fill="hold">
                            <p:stCondLst>
                              <p:cond delay="0"/>
                            </p:stCondLst>
                            <p:childTnLst>
                              <p:par>
                                <p:cTn id="98" presetID="42" presetClass="entr" presetSubtype="0" fill="hold" grpId="0" nodeType="clickEffect">
                                  <p:stCondLst>
                                    <p:cond delay="0"/>
                                  </p:stCondLst>
                                  <p:childTnLst>
                                    <p:set>
                                      <p:cBhvr>
                                        <p:cTn id="99" dur="1" fill="hold">
                                          <p:stCondLst>
                                            <p:cond delay="0"/>
                                          </p:stCondLst>
                                        </p:cTn>
                                        <p:tgtEl>
                                          <p:spTgt spid="25"/>
                                        </p:tgtEl>
                                        <p:attrNameLst>
                                          <p:attrName>style.visibility</p:attrName>
                                        </p:attrNameLst>
                                      </p:cBhvr>
                                      <p:to>
                                        <p:strVal val="visible"/>
                                      </p:to>
                                    </p:set>
                                    <p:animEffect transition="in" filter="fade">
                                      <p:cBhvr>
                                        <p:cTn id="100" dur="1000"/>
                                        <p:tgtEl>
                                          <p:spTgt spid="25"/>
                                        </p:tgtEl>
                                      </p:cBhvr>
                                    </p:animEffect>
                                    <p:anim calcmode="lin" valueType="num">
                                      <p:cBhvr>
                                        <p:cTn id="101" dur="1000" fill="hold"/>
                                        <p:tgtEl>
                                          <p:spTgt spid="25"/>
                                        </p:tgtEl>
                                        <p:attrNameLst>
                                          <p:attrName>ppt_x</p:attrName>
                                        </p:attrNameLst>
                                      </p:cBhvr>
                                      <p:tavLst>
                                        <p:tav tm="0">
                                          <p:val>
                                            <p:strVal val="#ppt_x"/>
                                          </p:val>
                                        </p:tav>
                                        <p:tav tm="100000">
                                          <p:val>
                                            <p:strVal val="#ppt_x"/>
                                          </p:val>
                                        </p:tav>
                                      </p:tavLst>
                                    </p:anim>
                                    <p:anim calcmode="lin" valueType="num">
                                      <p:cBhvr>
                                        <p:cTn id="102" dur="1000" fill="hold"/>
                                        <p:tgtEl>
                                          <p:spTgt spid="25"/>
                                        </p:tgtEl>
                                        <p:attrNameLst>
                                          <p:attrName>ppt_y</p:attrName>
                                        </p:attrNameLst>
                                      </p:cBhvr>
                                      <p:tavLst>
                                        <p:tav tm="0">
                                          <p:val>
                                            <p:strVal val="#ppt_y+.1"/>
                                          </p:val>
                                        </p:tav>
                                        <p:tav tm="100000">
                                          <p:val>
                                            <p:strVal val="#ppt_y"/>
                                          </p:val>
                                        </p:tav>
                                      </p:tavLst>
                                    </p:anim>
                                  </p:childTnLst>
                                </p:cTn>
                              </p:par>
                              <p:par>
                                <p:cTn id="103" presetID="42" presetClass="entr" presetSubtype="0" fill="hold" nodeType="withEffect">
                                  <p:stCondLst>
                                    <p:cond delay="0"/>
                                  </p:stCondLst>
                                  <p:childTnLst>
                                    <p:set>
                                      <p:cBhvr>
                                        <p:cTn id="104" dur="1" fill="hold">
                                          <p:stCondLst>
                                            <p:cond delay="0"/>
                                          </p:stCondLst>
                                        </p:cTn>
                                        <p:tgtEl>
                                          <p:spTgt spid="46"/>
                                        </p:tgtEl>
                                        <p:attrNameLst>
                                          <p:attrName>style.visibility</p:attrName>
                                        </p:attrNameLst>
                                      </p:cBhvr>
                                      <p:to>
                                        <p:strVal val="visible"/>
                                      </p:to>
                                    </p:set>
                                    <p:animEffect transition="in" filter="fade">
                                      <p:cBhvr>
                                        <p:cTn id="105" dur="1000"/>
                                        <p:tgtEl>
                                          <p:spTgt spid="46"/>
                                        </p:tgtEl>
                                      </p:cBhvr>
                                    </p:animEffect>
                                    <p:anim calcmode="lin" valueType="num">
                                      <p:cBhvr>
                                        <p:cTn id="106" dur="1000" fill="hold"/>
                                        <p:tgtEl>
                                          <p:spTgt spid="46"/>
                                        </p:tgtEl>
                                        <p:attrNameLst>
                                          <p:attrName>ppt_x</p:attrName>
                                        </p:attrNameLst>
                                      </p:cBhvr>
                                      <p:tavLst>
                                        <p:tav tm="0">
                                          <p:val>
                                            <p:strVal val="#ppt_x"/>
                                          </p:val>
                                        </p:tav>
                                        <p:tav tm="100000">
                                          <p:val>
                                            <p:strVal val="#ppt_x"/>
                                          </p:val>
                                        </p:tav>
                                      </p:tavLst>
                                    </p:anim>
                                    <p:anim calcmode="lin" valueType="num">
                                      <p:cBhvr>
                                        <p:cTn id="107" dur="1000" fill="hold"/>
                                        <p:tgtEl>
                                          <p:spTgt spid="4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9" grpId="0" animBg="1"/>
      <p:bldP spid="10" grpId="0" animBg="1"/>
      <p:bldP spid="11" grpId="0" animBg="1"/>
      <p:bldP spid="12" grpId="0" animBg="1"/>
      <p:bldP spid="16" grpId="0" animBg="1"/>
      <p:bldP spid="22" grpId="0" animBg="1"/>
      <p:bldP spid="23" grpId="0" animBg="1"/>
      <p:bldP spid="25" grpId="0" animBg="1"/>
      <p:bldP spid="27"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08DDE-A206-4EAA-3DA2-FC9720535D78}"/>
              </a:ext>
            </a:extLst>
          </p:cNvPr>
          <p:cNvSpPr>
            <a:spLocks noGrp="1"/>
          </p:cNvSpPr>
          <p:nvPr>
            <p:ph type="title"/>
          </p:nvPr>
        </p:nvSpPr>
        <p:spPr>
          <a:xfrm>
            <a:off x="4223095" y="2674547"/>
            <a:ext cx="3235540" cy="1049235"/>
          </a:xfrm>
        </p:spPr>
        <p:txBody>
          <a:bodyPr/>
          <a:lstStyle/>
          <a:p>
            <a:r>
              <a:rPr lang="en-US" b="1" dirty="0">
                <a:solidFill>
                  <a:srgbClr val="0070C0"/>
                </a:solidFill>
              </a:rPr>
              <a:t>Thank You!!</a:t>
            </a:r>
          </a:p>
        </p:txBody>
      </p:sp>
    </p:spTree>
    <p:extLst>
      <p:ext uri="{BB962C8B-B14F-4D97-AF65-F5344CB8AC3E}">
        <p14:creationId xmlns:p14="http://schemas.microsoft.com/office/powerpoint/2010/main" val="1086906228"/>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CDCE0"/>
      </a:lt2>
      <a:accent1>
        <a:srgbClr val="415588"/>
      </a:accent1>
      <a:accent2>
        <a:srgbClr val="4294B6"/>
      </a:accent2>
      <a:accent3>
        <a:srgbClr val="087D7C"/>
      </a:accent3>
      <a:accent4>
        <a:srgbClr val="2CB663"/>
      </a:accent4>
      <a:accent5>
        <a:srgbClr val="DF8822"/>
      </a:accent5>
      <a:accent6>
        <a:srgbClr val="BC410A"/>
      </a:accent6>
      <a:hlink>
        <a:srgbClr val="5977C4"/>
      </a:hlink>
      <a:folHlink>
        <a:srgbClr val="A1A9B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lumMod val="108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E050AC27-895F-4B90-991D-A6818FC89AB6}"/>
    </a:ext>
  </a:extLst>
</a:theme>
</file>

<file path=docProps/app.xml><?xml version="1.0" encoding="utf-8"?>
<Properties xmlns="http://schemas.openxmlformats.org/officeDocument/2006/extended-properties" xmlns:vt="http://schemas.openxmlformats.org/officeDocument/2006/docPropsVTypes">
  <Template>Gallery</Template>
  <TotalTime>9275</TotalTime>
  <Words>1857</Words>
  <Application>Microsoft Office PowerPoint</Application>
  <PresentationFormat>Widescreen</PresentationFormat>
  <Paragraphs>236</Paragraphs>
  <Slides>42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42</vt:i4>
      </vt:variant>
    </vt:vector>
  </HeadingPairs>
  <TitlesOfParts>
    <vt:vector size="46" baseType="lpstr">
      <vt:lpstr>Arial</vt:lpstr>
      <vt:lpstr>Segoe UI</vt:lpstr>
      <vt:lpstr>Wingdings</vt:lpstr>
      <vt:lpstr>Gallery</vt:lpstr>
      <vt:lpstr> Develop an AI agent with Azure AI Foundry Agent Service </vt:lpstr>
      <vt:lpstr>Introduction </vt:lpstr>
      <vt:lpstr>How to use Azure AI Foundry Agent Service </vt:lpstr>
      <vt:lpstr>PowerPoint Presentation</vt:lpstr>
      <vt:lpstr>Use Case: Analyze data and Create Charts</vt:lpstr>
      <vt:lpstr>Module-3: Integrate custom tools into your agent </vt:lpstr>
      <vt:lpstr>Introduction </vt:lpstr>
      <vt:lpstr>Why use custom tools? </vt:lpstr>
      <vt:lpstr>Common scenarios for custom tools in agents  </vt:lpstr>
      <vt:lpstr>PowerPoint Presentation</vt:lpstr>
      <vt:lpstr>PowerPoint Presentation</vt:lpstr>
      <vt:lpstr>PowerPoint Presentation</vt:lpstr>
      <vt:lpstr>Options for implementing custom tools </vt:lpstr>
      <vt:lpstr>Exercise - Build an agent with custom tools</vt:lpstr>
      <vt:lpstr>Exercise - Build an agent with custom tools</vt:lpstr>
      <vt:lpstr>Module-4: Develop a multi-agent solution with Foundry Agent      Service </vt:lpstr>
      <vt:lpstr>Building Smart Multi-Agent Systems with Azure AI Foundry</vt:lpstr>
      <vt:lpstr>PowerPoint Presentation</vt:lpstr>
      <vt:lpstr>Why use connected agents? </vt:lpstr>
      <vt:lpstr>Design a multi-agent solution with connected agents </vt:lpstr>
      <vt:lpstr>Design a multi-agent solution with connected agents </vt:lpstr>
      <vt:lpstr>Module-5: Integrate MCP Tools with Azure AI Agents </vt:lpstr>
      <vt:lpstr>Why use dynamic tool discovery with MCP? </vt:lpstr>
      <vt:lpstr>Register tools with an Azure AI Agent </vt:lpstr>
      <vt:lpstr>Module-6: Develop an AI agent with Semantic Kernel</vt:lpstr>
      <vt:lpstr>Introduction</vt:lpstr>
      <vt:lpstr>PowerPoint Presentation</vt:lpstr>
      <vt:lpstr>PowerPoint Presentation</vt:lpstr>
      <vt:lpstr>PowerPoint Presentation</vt:lpstr>
      <vt:lpstr>Semantic Kernel core components </vt:lpstr>
      <vt:lpstr>Module 7: Orchestrate a multi-agent solution using Semantic Kernel </vt:lpstr>
      <vt:lpstr>Why Multiagent?</vt:lpstr>
      <vt:lpstr>PowerPoint Presentation</vt:lpstr>
      <vt:lpstr>Semantic Kernel Agent Framework &amp; Core Components </vt:lpstr>
      <vt:lpstr>Types of agents </vt:lpstr>
      <vt:lpstr>Design an agent selection strategy </vt:lpstr>
      <vt:lpstr>How does the framework select agents? </vt:lpstr>
      <vt:lpstr>Agent selection strategy </vt:lpstr>
      <vt:lpstr>Chat Termination Strategy</vt:lpstr>
      <vt:lpstr>Types of Termination Strategies</vt:lpstr>
      <vt:lpstr>DevOps Bug Fix Project</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Sandesh Hase</dc:creator>
  <cp:lastModifiedBy>Sandesh Hase</cp:lastModifiedBy>
  <cp:revision>2</cp:revision>
  <dcterms:created xsi:type="dcterms:W3CDTF">2025-07-20T18:00:30Z</dcterms:created>
  <dcterms:modified xsi:type="dcterms:W3CDTF">2025-11-26T15:06:40Z</dcterms:modified>
</cp:coreProperties>
</file>